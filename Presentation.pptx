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0"/>
  </p:notesMasterIdLst>
  <p:handoutMasterIdLst>
    <p:handoutMasterId r:id="rId11"/>
  </p:handoutMasterIdLst>
  <p:sldIdLst>
    <p:sldId id="256" r:id="rId5"/>
    <p:sldId id="258" r:id="rId6"/>
    <p:sldId id="286" r:id="rId7"/>
    <p:sldId id="287" r:id="rId8"/>
    <p:sldId id="28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898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D458A5-3361-4EAA-99DB-B41897DC4DFA}" v="7" dt="2025-12-09T23:09:41.5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0655" autoAdjust="0"/>
  </p:normalViewPr>
  <p:slideViewPr>
    <p:cSldViewPr snapToGrid="0">
      <p:cViewPr varScale="1">
        <p:scale>
          <a:sx n="100" d="100"/>
          <a:sy n="100" d="100"/>
        </p:scale>
        <p:origin x="264" y="90"/>
      </p:cViewPr>
      <p:guideLst/>
    </p:cSldViewPr>
  </p:slideViewPr>
  <p:outlineViewPr>
    <p:cViewPr>
      <p:scale>
        <a:sx n="33" d="100"/>
        <a:sy n="33" d="100"/>
      </p:scale>
      <p:origin x="0" y="-288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3403" y="29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customXml" Target="../customXml/item2.xml"/><Relationship Id="rId16"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Gibbs" userId="74a0f0b9-3024-4f60-bb18-4a1fdc6e31f6" providerId="ADAL" clId="{56D42C42-7ED7-4A2F-A135-AEAD019D52BD}"/>
    <pc:docChg chg="undo custSel addSld delSld modSld sldOrd">
      <pc:chgData name="David Gibbs" userId="74a0f0b9-3024-4f60-bb18-4a1fdc6e31f6" providerId="ADAL" clId="{56D42C42-7ED7-4A2F-A135-AEAD019D52BD}" dt="2025-12-10T08:05:30.310" v="1040" actId="20577"/>
      <pc:docMkLst>
        <pc:docMk/>
      </pc:docMkLst>
      <pc:sldChg chg="del">
        <pc:chgData name="David Gibbs" userId="74a0f0b9-3024-4f60-bb18-4a1fdc6e31f6" providerId="ADAL" clId="{56D42C42-7ED7-4A2F-A135-AEAD019D52BD}" dt="2025-12-09T23:16:20.949" v="830" actId="47"/>
        <pc:sldMkLst>
          <pc:docMk/>
          <pc:sldMk cId="1713219598" sldId="257"/>
        </pc:sldMkLst>
      </pc:sldChg>
      <pc:sldChg chg="modSp mod">
        <pc:chgData name="David Gibbs" userId="74a0f0b9-3024-4f60-bb18-4a1fdc6e31f6" providerId="ADAL" clId="{56D42C42-7ED7-4A2F-A135-AEAD019D52BD}" dt="2025-12-09T23:08:34.149" v="501" actId="20577"/>
        <pc:sldMkLst>
          <pc:docMk/>
          <pc:sldMk cId="3571516367" sldId="258"/>
        </pc:sldMkLst>
        <pc:spChg chg="mod">
          <ac:chgData name="David Gibbs" userId="74a0f0b9-3024-4f60-bb18-4a1fdc6e31f6" providerId="ADAL" clId="{56D42C42-7ED7-4A2F-A135-AEAD019D52BD}" dt="2025-12-09T23:08:34.149" v="501" actId="20577"/>
          <ac:spMkLst>
            <pc:docMk/>
            <pc:sldMk cId="3571516367" sldId="258"/>
            <ac:spMk id="3" creationId="{9D5232F9-FD00-464A-9F17-619C91AEF8F3}"/>
          </ac:spMkLst>
        </pc:spChg>
      </pc:sldChg>
      <pc:sldChg chg="del">
        <pc:chgData name="David Gibbs" userId="74a0f0b9-3024-4f60-bb18-4a1fdc6e31f6" providerId="ADAL" clId="{56D42C42-7ED7-4A2F-A135-AEAD019D52BD}" dt="2025-12-09T23:16:23.119" v="834" actId="47"/>
        <pc:sldMkLst>
          <pc:docMk/>
          <pc:sldMk cId="1742861620" sldId="266"/>
        </pc:sldMkLst>
      </pc:sldChg>
      <pc:sldChg chg="del">
        <pc:chgData name="David Gibbs" userId="74a0f0b9-3024-4f60-bb18-4a1fdc6e31f6" providerId="ADAL" clId="{56D42C42-7ED7-4A2F-A135-AEAD019D52BD}" dt="2025-12-09T23:16:21.883" v="831" actId="47"/>
        <pc:sldMkLst>
          <pc:docMk/>
          <pc:sldMk cId="1969787568" sldId="271"/>
        </pc:sldMkLst>
      </pc:sldChg>
      <pc:sldChg chg="del">
        <pc:chgData name="David Gibbs" userId="74a0f0b9-3024-4f60-bb18-4a1fdc6e31f6" providerId="ADAL" clId="{56D42C42-7ED7-4A2F-A135-AEAD019D52BD}" dt="2025-12-09T23:16:20.175" v="829" actId="47"/>
        <pc:sldMkLst>
          <pc:docMk/>
          <pc:sldMk cId="608796113" sldId="278"/>
        </pc:sldMkLst>
      </pc:sldChg>
      <pc:sldChg chg="del">
        <pc:chgData name="David Gibbs" userId="74a0f0b9-3024-4f60-bb18-4a1fdc6e31f6" providerId="ADAL" clId="{56D42C42-7ED7-4A2F-A135-AEAD019D52BD}" dt="2025-12-09T23:16:19.794" v="828" actId="47"/>
        <pc:sldMkLst>
          <pc:docMk/>
          <pc:sldMk cId="2241459136" sldId="279"/>
        </pc:sldMkLst>
      </pc:sldChg>
      <pc:sldChg chg="del">
        <pc:chgData name="David Gibbs" userId="74a0f0b9-3024-4f60-bb18-4a1fdc6e31f6" providerId="ADAL" clId="{56D42C42-7ED7-4A2F-A135-AEAD019D52BD}" dt="2025-12-09T23:16:23.545" v="835" actId="47"/>
        <pc:sldMkLst>
          <pc:docMk/>
          <pc:sldMk cId="334696707" sldId="280"/>
        </pc:sldMkLst>
      </pc:sldChg>
      <pc:sldChg chg="addSp delSp modSp mod ord setBg">
        <pc:chgData name="David Gibbs" userId="74a0f0b9-3024-4f60-bb18-4a1fdc6e31f6" providerId="ADAL" clId="{56D42C42-7ED7-4A2F-A135-AEAD019D52BD}" dt="2025-12-09T23:12:43.958" v="826" actId="20577"/>
        <pc:sldMkLst>
          <pc:docMk/>
          <pc:sldMk cId="103458723" sldId="281"/>
        </pc:sldMkLst>
        <pc:spChg chg="mod">
          <ac:chgData name="David Gibbs" userId="74a0f0b9-3024-4f60-bb18-4a1fdc6e31f6" providerId="ADAL" clId="{56D42C42-7ED7-4A2F-A135-AEAD019D52BD}" dt="2025-12-09T22:59:15.022" v="110" actId="207"/>
          <ac:spMkLst>
            <pc:docMk/>
            <pc:sldMk cId="103458723" sldId="281"/>
            <ac:spMk id="2" creationId="{A95E2E6A-35EC-1B8E-0FD7-8C67870ACA64}"/>
          </ac:spMkLst>
        </pc:spChg>
        <pc:spChg chg="add del">
          <ac:chgData name="David Gibbs" userId="74a0f0b9-3024-4f60-bb18-4a1fdc6e31f6" providerId="ADAL" clId="{56D42C42-7ED7-4A2F-A135-AEAD019D52BD}" dt="2025-12-09T22:56:15.111" v="21" actId="22"/>
          <ac:spMkLst>
            <pc:docMk/>
            <pc:sldMk cId="103458723" sldId="281"/>
            <ac:spMk id="4" creationId="{8B3E87EB-0C68-8648-7386-6066F4AD5E51}"/>
          </ac:spMkLst>
        </pc:spChg>
        <pc:spChg chg="add del mod">
          <ac:chgData name="David Gibbs" userId="74a0f0b9-3024-4f60-bb18-4a1fdc6e31f6" providerId="ADAL" clId="{56D42C42-7ED7-4A2F-A135-AEAD019D52BD}" dt="2025-12-09T22:56:58.894" v="34" actId="478"/>
          <ac:spMkLst>
            <pc:docMk/>
            <pc:sldMk cId="103458723" sldId="281"/>
            <ac:spMk id="6" creationId="{6DA5E5BD-45E1-F8B5-B26C-F2014FD62165}"/>
          </ac:spMkLst>
        </pc:spChg>
        <pc:spChg chg="add del mod">
          <ac:chgData name="David Gibbs" userId="74a0f0b9-3024-4f60-bb18-4a1fdc6e31f6" providerId="ADAL" clId="{56D42C42-7ED7-4A2F-A135-AEAD019D52BD}" dt="2025-12-09T22:57:01.970" v="36" actId="478"/>
          <ac:spMkLst>
            <pc:docMk/>
            <pc:sldMk cId="103458723" sldId="281"/>
            <ac:spMk id="9" creationId="{49813D63-5D74-262D-1F18-BC44B175E3FF}"/>
          </ac:spMkLst>
        </pc:spChg>
        <pc:spChg chg="mod">
          <ac:chgData name="David Gibbs" userId="74a0f0b9-3024-4f60-bb18-4a1fdc6e31f6" providerId="ADAL" clId="{56D42C42-7ED7-4A2F-A135-AEAD019D52BD}" dt="2025-12-09T22:59:05.886" v="109" actId="14100"/>
          <ac:spMkLst>
            <pc:docMk/>
            <pc:sldMk cId="103458723" sldId="281"/>
            <ac:spMk id="12" creationId="{554B61B9-26F6-B304-92CD-03053DAAF2A8}"/>
          </ac:spMkLst>
        </pc:spChg>
        <pc:spChg chg="del">
          <ac:chgData name="David Gibbs" userId="74a0f0b9-3024-4f60-bb18-4a1fdc6e31f6" providerId="ADAL" clId="{56D42C42-7ED7-4A2F-A135-AEAD019D52BD}" dt="2025-12-09T22:56:27.055" v="25" actId="21"/>
          <ac:spMkLst>
            <pc:docMk/>
            <pc:sldMk cId="103458723" sldId="281"/>
            <ac:spMk id="14" creationId="{CB9F9E8B-42CD-AC26-AFC9-F1F66695693B}"/>
          </ac:spMkLst>
        </pc:spChg>
        <pc:spChg chg="mod">
          <ac:chgData name="David Gibbs" userId="74a0f0b9-3024-4f60-bb18-4a1fdc6e31f6" providerId="ADAL" clId="{56D42C42-7ED7-4A2F-A135-AEAD019D52BD}" dt="2025-12-09T23:12:43.958" v="826" actId="20577"/>
          <ac:spMkLst>
            <pc:docMk/>
            <pc:sldMk cId="103458723" sldId="281"/>
            <ac:spMk id="35" creationId="{EDBE6233-75E9-40D1-968F-58CA9AD0FF50}"/>
          </ac:spMkLst>
        </pc:spChg>
        <pc:spChg chg="del mod">
          <ac:chgData name="David Gibbs" userId="74a0f0b9-3024-4f60-bb18-4a1fdc6e31f6" providerId="ADAL" clId="{56D42C42-7ED7-4A2F-A135-AEAD019D52BD}" dt="2025-12-09T22:56:23.052" v="24" actId="21"/>
          <ac:spMkLst>
            <pc:docMk/>
            <pc:sldMk cId="103458723" sldId="281"/>
            <ac:spMk id="50" creationId="{8F6B2AE9-DDE4-FD99-A235-3B39EEE21481}"/>
          </ac:spMkLst>
        </pc:spChg>
      </pc:sldChg>
      <pc:sldChg chg="del ord">
        <pc:chgData name="David Gibbs" userId="74a0f0b9-3024-4f60-bb18-4a1fdc6e31f6" providerId="ADAL" clId="{56D42C42-7ED7-4A2F-A135-AEAD019D52BD}" dt="2025-12-09T23:16:29.978" v="836" actId="47"/>
        <pc:sldMkLst>
          <pc:docMk/>
          <pc:sldMk cId="636929804" sldId="282"/>
        </pc:sldMkLst>
      </pc:sldChg>
      <pc:sldChg chg="del">
        <pc:chgData name="David Gibbs" userId="74a0f0b9-3024-4f60-bb18-4a1fdc6e31f6" providerId="ADAL" clId="{56D42C42-7ED7-4A2F-A135-AEAD019D52BD}" dt="2025-12-09T23:16:17.207" v="827" actId="47"/>
        <pc:sldMkLst>
          <pc:docMk/>
          <pc:sldMk cId="1658164610" sldId="283"/>
        </pc:sldMkLst>
      </pc:sldChg>
      <pc:sldChg chg="del">
        <pc:chgData name="David Gibbs" userId="74a0f0b9-3024-4f60-bb18-4a1fdc6e31f6" providerId="ADAL" clId="{56D42C42-7ED7-4A2F-A135-AEAD019D52BD}" dt="2025-12-09T23:16:22.743" v="833" actId="47"/>
        <pc:sldMkLst>
          <pc:docMk/>
          <pc:sldMk cId="2403577982" sldId="284"/>
        </pc:sldMkLst>
      </pc:sldChg>
      <pc:sldChg chg="del">
        <pc:chgData name="David Gibbs" userId="74a0f0b9-3024-4f60-bb18-4a1fdc6e31f6" providerId="ADAL" clId="{56D42C42-7ED7-4A2F-A135-AEAD019D52BD}" dt="2025-12-09T23:16:22.350" v="832" actId="47"/>
        <pc:sldMkLst>
          <pc:docMk/>
          <pc:sldMk cId="2791821786" sldId="285"/>
        </pc:sldMkLst>
      </pc:sldChg>
      <pc:sldChg chg="modSp mod ord">
        <pc:chgData name="David Gibbs" userId="74a0f0b9-3024-4f60-bb18-4a1fdc6e31f6" providerId="ADAL" clId="{56D42C42-7ED7-4A2F-A135-AEAD019D52BD}" dt="2025-12-10T08:05:30.310" v="1040" actId="20577"/>
        <pc:sldMkLst>
          <pc:docMk/>
          <pc:sldMk cId="2686190675" sldId="286"/>
        </pc:sldMkLst>
        <pc:spChg chg="mod">
          <ac:chgData name="David Gibbs" userId="74a0f0b9-3024-4f60-bb18-4a1fdc6e31f6" providerId="ADAL" clId="{56D42C42-7ED7-4A2F-A135-AEAD019D52BD}" dt="2025-12-10T08:05:30.310" v="1040" actId="20577"/>
          <ac:spMkLst>
            <pc:docMk/>
            <pc:sldMk cId="2686190675" sldId="286"/>
            <ac:spMk id="3" creationId="{13D5939E-2878-BA3A-0993-F1706A300FC6}"/>
          </ac:spMkLst>
        </pc:spChg>
      </pc:sldChg>
      <pc:sldChg chg="modSp new mod setBg">
        <pc:chgData name="David Gibbs" userId="74a0f0b9-3024-4f60-bb18-4a1fdc6e31f6" providerId="ADAL" clId="{56D42C42-7ED7-4A2F-A135-AEAD019D52BD}" dt="2025-12-09T23:11:12.365" v="825" actId="207"/>
        <pc:sldMkLst>
          <pc:docMk/>
          <pc:sldMk cId="798612800" sldId="287"/>
        </pc:sldMkLst>
        <pc:spChg chg="mod">
          <ac:chgData name="David Gibbs" userId="74a0f0b9-3024-4f60-bb18-4a1fdc6e31f6" providerId="ADAL" clId="{56D42C42-7ED7-4A2F-A135-AEAD019D52BD}" dt="2025-12-09T23:11:12.365" v="825" actId="207"/>
          <ac:spMkLst>
            <pc:docMk/>
            <pc:sldMk cId="798612800" sldId="287"/>
            <ac:spMk id="2" creationId="{6DF093D6-D4E0-A1A3-A927-3C6A013B5F54}"/>
          </ac:spMkLst>
        </pc:spChg>
        <pc:spChg chg="mod">
          <ac:chgData name="David Gibbs" userId="74a0f0b9-3024-4f60-bb18-4a1fdc6e31f6" providerId="ADAL" clId="{56D42C42-7ED7-4A2F-A135-AEAD019D52BD}" dt="2025-12-09T23:11:02.874" v="824" actId="5793"/>
          <ac:spMkLst>
            <pc:docMk/>
            <pc:sldMk cId="798612800" sldId="287"/>
            <ac:spMk id="3" creationId="{3ECF8A88-140D-99EF-5582-0866C78CD6C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E7F456E-01A6-4013-ACA5-F5492591A24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484983A3-9B9B-4D61-97C9-B9E239A3159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6F32FC-4BD9-442A-A8C6-51598C909FE3}" type="datetimeFigureOut">
              <a:rPr lang="en-US" smtClean="0"/>
              <a:t>12/9/2025</a:t>
            </a:fld>
            <a:endParaRPr lang="en-US" dirty="0"/>
          </a:p>
        </p:txBody>
      </p:sp>
      <p:sp>
        <p:nvSpPr>
          <p:cNvPr id="4" name="Footer Placeholder 3">
            <a:extLst>
              <a:ext uri="{FF2B5EF4-FFF2-40B4-BE49-F238E27FC236}">
                <a16:creationId xmlns:a16="http://schemas.microsoft.com/office/drawing/2014/main" id="{5EEABE74-7A97-4D17-8390-42ADD25C3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42C1DBD-1052-425E-BF3C-983304BED5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EEFA9E-C190-4F5C-8394-BD5F1CD55C02}" type="slidenum">
              <a:rPr lang="en-US" smtClean="0"/>
              <a:t>‹#›</a:t>
            </a:fld>
            <a:endParaRPr lang="en-US" dirty="0"/>
          </a:p>
        </p:txBody>
      </p:sp>
    </p:spTree>
    <p:extLst>
      <p:ext uri="{BB962C8B-B14F-4D97-AF65-F5344CB8AC3E}">
        <p14:creationId xmlns:p14="http://schemas.microsoft.com/office/powerpoint/2010/main" val="23248019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6371FA-A98D-41E8-93F4-09945841298A}" type="datetimeFigureOut">
              <a:rPr lang="en-US" smtClean="0"/>
              <a:t>12/9/2025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289C57-55D7-40A4-A101-E74FAC7A092B}" type="slidenum">
              <a:rPr lang="en-US" smtClean="0"/>
              <a:t>‹#›</a:t>
            </a:fld>
            <a:endParaRPr lang="en-US" dirty="0"/>
          </a:p>
        </p:txBody>
      </p:sp>
    </p:spTree>
    <p:extLst>
      <p:ext uri="{BB962C8B-B14F-4D97-AF65-F5344CB8AC3E}">
        <p14:creationId xmlns:p14="http://schemas.microsoft.com/office/powerpoint/2010/main" val="2839902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1</a:t>
            </a:fld>
            <a:endParaRPr lang="en-US" dirty="0"/>
          </a:p>
        </p:txBody>
      </p:sp>
    </p:spTree>
    <p:extLst>
      <p:ext uri="{BB962C8B-B14F-4D97-AF65-F5344CB8AC3E}">
        <p14:creationId xmlns:p14="http://schemas.microsoft.com/office/powerpoint/2010/main" val="17781288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2</a:t>
            </a:fld>
            <a:endParaRPr lang="en-US" dirty="0"/>
          </a:p>
        </p:txBody>
      </p:sp>
    </p:spTree>
    <p:extLst>
      <p:ext uri="{BB962C8B-B14F-4D97-AF65-F5344CB8AC3E}">
        <p14:creationId xmlns:p14="http://schemas.microsoft.com/office/powerpoint/2010/main" val="28439544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6E093-B09F-45CC-53C4-48D1EDE4F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64A9D9-9B35-7393-1947-09A0CBC559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EA516E-4B26-FA4D-FFB4-FAF88CE1EE0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A21F91-5477-10FE-8728-98E5A5B64CFF}"/>
              </a:ext>
            </a:extLst>
          </p:cNvPr>
          <p:cNvSpPr>
            <a:spLocks noGrp="1"/>
          </p:cNvSpPr>
          <p:nvPr>
            <p:ph type="sldNum" sz="quarter" idx="5"/>
          </p:nvPr>
        </p:nvSpPr>
        <p:spPr/>
        <p:txBody>
          <a:bodyPr/>
          <a:lstStyle/>
          <a:p>
            <a:fld id="{22289C57-55D7-40A4-A101-E74FAC7A092B}" type="slidenum">
              <a:rPr lang="en-US" smtClean="0"/>
              <a:t>3</a:t>
            </a:fld>
            <a:endParaRPr lang="en-US" dirty="0"/>
          </a:p>
        </p:txBody>
      </p:sp>
    </p:spTree>
    <p:extLst>
      <p:ext uri="{BB962C8B-B14F-4D97-AF65-F5344CB8AC3E}">
        <p14:creationId xmlns:p14="http://schemas.microsoft.com/office/powerpoint/2010/main" val="437166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2289C57-55D7-40A4-A101-E74FAC7A092B}" type="slidenum">
              <a:rPr lang="en-US" smtClean="0"/>
              <a:t>5</a:t>
            </a:fld>
            <a:endParaRPr lang="en-US" dirty="0"/>
          </a:p>
        </p:txBody>
      </p:sp>
    </p:spTree>
    <p:extLst>
      <p:ext uri="{BB962C8B-B14F-4D97-AF65-F5344CB8AC3E}">
        <p14:creationId xmlns:p14="http://schemas.microsoft.com/office/powerpoint/2010/main" val="10253268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41918" y="3329790"/>
            <a:ext cx="4941771" cy="3200400"/>
          </a:xfrm>
        </p:spPr>
        <p:txBody>
          <a:bodyPr anchor="ctr">
            <a:noAutofit/>
          </a:bodyPr>
          <a:lstStyle>
            <a:lvl1pPr algn="l">
              <a:defRPr sz="3600" spc="150" baseline="0"/>
            </a:lvl1pPr>
          </a:lstStyle>
          <a:p>
            <a:r>
              <a:rPr lang="en-US" dirty="0"/>
              <a:t>CLICK TO add title</a:t>
            </a:r>
          </a:p>
        </p:txBody>
      </p:sp>
      <p:pic>
        <p:nvPicPr>
          <p:cNvPr id="8" name="Graphic 7">
            <a:extLst>
              <a:ext uri="{FF2B5EF4-FFF2-40B4-BE49-F238E27FC236}">
                <a16:creationId xmlns:a16="http://schemas.microsoft.com/office/drawing/2014/main" id="{A04F1E16-9A84-4D0E-9706-79C396AF6AE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1776826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tx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t="18301" r="28341" b="23071"/>
          <a:stretch/>
        </p:blipFill>
        <p:spPr>
          <a:xfrm>
            <a:off x="4229100" y="0"/>
            <a:ext cx="7962901"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500" y="1020445"/>
            <a:ext cx="2895600" cy="1325563"/>
          </a:xfrm>
        </p:spPr>
        <p:txBody>
          <a:bodyPr anchor="b">
            <a:normAutofit/>
          </a:bodyPr>
          <a:lstStyle>
            <a:lvl1pPr>
              <a:defRPr sz="2800" spc="150" baseline="0">
                <a:solidFill>
                  <a:schemeClr val="bg1"/>
                </a:solidFill>
              </a:defRPr>
            </a:lvl1pPr>
          </a:lstStyle>
          <a:p>
            <a:r>
              <a:rPr lang="en-US" dirty="0"/>
              <a:t>CLICK TO add title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hasCustomPrompt="1"/>
          </p:nvPr>
        </p:nvSpPr>
        <p:spPr>
          <a:xfrm>
            <a:off x="1333500" y="2674013"/>
            <a:ext cx="2895600" cy="3269589"/>
          </a:xfrm>
        </p:spPr>
        <p:txBody>
          <a:bodyPr>
            <a:normAutofit/>
          </a:bodyPr>
          <a:lstStyle>
            <a:lvl1pPr marL="0" indent="0">
              <a:lnSpc>
                <a:spcPct val="140000"/>
              </a:lnSpc>
              <a:spcBef>
                <a:spcPts val="1000"/>
              </a:spcBef>
              <a:buNone/>
              <a:defRPr sz="1800">
                <a:solidFill>
                  <a:schemeClr val="bg1"/>
                </a:solidFill>
              </a:defRPr>
            </a:lvl1pPr>
            <a:lvl2pPr marL="457200" indent="0">
              <a:lnSpc>
                <a:spcPct val="140000"/>
              </a:lnSpc>
              <a:spcBef>
                <a:spcPts val="1000"/>
              </a:spcBef>
              <a:buNone/>
              <a:defRPr sz="1800">
                <a:solidFill>
                  <a:schemeClr val="bg1"/>
                </a:solidFill>
              </a:defRPr>
            </a:lvl2pPr>
            <a:lvl3pPr marL="914400" indent="0">
              <a:lnSpc>
                <a:spcPct val="140000"/>
              </a:lnSpc>
              <a:spcBef>
                <a:spcPts val="1000"/>
              </a:spcBef>
              <a:buNone/>
              <a:defRPr sz="1800">
                <a:solidFill>
                  <a:schemeClr val="bg1"/>
                </a:solidFill>
              </a:defRPr>
            </a:lvl3pPr>
            <a:lvl4pPr marL="1371600" indent="0">
              <a:lnSpc>
                <a:spcPct val="140000"/>
              </a:lnSpc>
              <a:spcBef>
                <a:spcPts val="1000"/>
              </a:spcBef>
              <a:buNone/>
              <a:defRPr sz="1800">
                <a:solidFill>
                  <a:schemeClr val="bg1"/>
                </a:solidFill>
              </a:defRPr>
            </a:lvl4pPr>
            <a:lvl5pPr marL="1828800" indent="0">
              <a:lnSpc>
                <a:spcPct val="140000"/>
              </a:lnSpc>
              <a:spcBef>
                <a:spcPts val="1000"/>
              </a:spcBef>
              <a:buNone/>
              <a:defRPr sz="1800">
                <a:solidFill>
                  <a:schemeClr val="bg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9821249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Break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018"/>
            <a:ext cx="4179570" cy="3377354"/>
          </a:xfrm>
        </p:spPr>
        <p:txBody>
          <a:bodyPr anchor="b">
            <a:noAutofit/>
          </a:bodyPr>
          <a:lstStyle>
            <a:lvl1pPr algn="l">
              <a:defRPr sz="3600" spc="150" baseline="0">
                <a:solidFill>
                  <a:schemeClr val="tx1"/>
                </a:solidFill>
              </a:defRPr>
            </a:lvl1pPr>
          </a:lstStyle>
          <a:p>
            <a:r>
              <a:rPr lang="en-US" dirty="0"/>
              <a:t>CLICK TO add title</a:t>
            </a:r>
          </a:p>
        </p:txBody>
      </p:sp>
      <p:grpSp>
        <p:nvGrpSpPr>
          <p:cNvPr id="4" name="Group 3">
            <a:extLst>
              <a:ext uri="{FF2B5EF4-FFF2-40B4-BE49-F238E27FC236}">
                <a16:creationId xmlns:a16="http://schemas.microsoft.com/office/drawing/2014/main" id="{4A96E214-6A61-C8A7-B1DB-C8C260C13441}"/>
              </a:ext>
              <a:ext uri="{C183D7F6-B498-43B3-948B-1728B52AA6E4}">
                <adec:decorative xmlns:adec="http://schemas.microsoft.com/office/drawing/2017/decorative" val="1"/>
              </a:ext>
            </a:extLst>
          </p:cNvPr>
          <p:cNvGrpSpPr/>
          <p:nvPr userDrawn="1"/>
        </p:nvGrpSpPr>
        <p:grpSpPr>
          <a:xfrm>
            <a:off x="0" y="0"/>
            <a:ext cx="6557818" cy="6858000"/>
            <a:chOff x="0" y="0"/>
            <a:chExt cx="4762501" cy="5186363"/>
          </a:xfrm>
        </p:grpSpPr>
        <p:cxnSp>
          <p:nvCxnSpPr>
            <p:cNvPr id="5" name="Straight Connector 4">
              <a:extLst>
                <a:ext uri="{FF2B5EF4-FFF2-40B4-BE49-F238E27FC236}">
                  <a16:creationId xmlns:a16="http://schemas.microsoft.com/office/drawing/2014/main" id="{A18BC1BC-99D6-D9F4-19F9-AAE722E2AE61}"/>
                </a:ext>
              </a:extLst>
            </p:cNvPr>
            <p:cNvCxnSpPr>
              <a:cxnSpLocks/>
            </p:cNvCxnSpPr>
            <p:nvPr userDrawn="1"/>
          </p:nvCxnSpPr>
          <p:spPr>
            <a:xfrm flipH="1" flipV="1">
              <a:off x="0" y="876300"/>
              <a:ext cx="4762500" cy="1628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816F797-248B-2C75-29B9-DB65A809D47B}"/>
                </a:ext>
              </a:extLst>
            </p:cNvPr>
            <p:cNvCxnSpPr>
              <a:cxnSpLocks/>
            </p:cNvCxnSpPr>
            <p:nvPr userDrawn="1"/>
          </p:nvCxnSpPr>
          <p:spPr>
            <a:xfrm flipH="1" flipV="1">
              <a:off x="2638425" y="0"/>
              <a:ext cx="2124076" cy="51863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82501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87680"/>
            <a:ext cx="4179570" cy="3376691"/>
          </a:xfrm>
        </p:spPr>
        <p:txBody>
          <a:bodyPr anchor="b">
            <a:noAutofit/>
          </a:bodyPr>
          <a:lstStyle>
            <a:lvl1pPr algn="l">
              <a:defRPr sz="3600" spc="150" baseline="0">
                <a:solidFill>
                  <a:schemeClr val="bg1"/>
                </a:solidFill>
              </a:defRPr>
            </a:lvl1pPr>
          </a:lstStyle>
          <a:p>
            <a:r>
              <a:rPr lang="en-US" dirty="0"/>
              <a:t>CLICK TO add title</a:t>
            </a:r>
          </a:p>
        </p:txBody>
      </p:sp>
      <p:cxnSp>
        <p:nvCxnSpPr>
          <p:cNvPr id="7" name="Straight Connector 6">
            <a:extLst>
              <a:ext uri="{FF2B5EF4-FFF2-40B4-BE49-F238E27FC236}">
                <a16:creationId xmlns:a16="http://schemas.microsoft.com/office/drawing/2014/main" id="{5D8E94DD-0F7B-3F92-58EA-5F06D557BF40}"/>
              </a:ext>
              <a:ext uri="{C183D7F6-B498-43B3-948B-1728B52AA6E4}">
                <adec:decorative xmlns:adec="http://schemas.microsoft.com/office/drawing/2017/decorative" val="1"/>
              </a:ext>
            </a:extLst>
          </p:cNvPr>
          <p:cNvCxnSpPr>
            <a:cxnSpLocks/>
          </p:cNvCxnSpPr>
          <p:nvPr userDrawn="1"/>
        </p:nvCxnSpPr>
        <p:spPr>
          <a:xfrm>
            <a:off x="3990667" y="0"/>
            <a:ext cx="1126278" cy="2512291"/>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 name="Picture Placeholder 8">
            <a:extLst>
              <a:ext uri="{FF2B5EF4-FFF2-40B4-BE49-F238E27FC236}">
                <a16:creationId xmlns:a16="http://schemas.microsoft.com/office/drawing/2014/main" id="{419F5397-34DB-BC88-ADF5-AA470A06FE50}"/>
              </a:ext>
            </a:extLst>
          </p:cNvPr>
          <p:cNvSpPr>
            <a:spLocks noGrp="1"/>
          </p:cNvSpPr>
          <p:nvPr>
            <p:ph type="pic" sz="quarter" idx="10"/>
          </p:nvPr>
        </p:nvSpPr>
        <p:spPr>
          <a:xfrm>
            <a:off x="0" y="-5080"/>
            <a:ext cx="6576291" cy="6872605"/>
          </a:xfrm>
          <a:custGeom>
            <a:avLst/>
            <a:gdLst>
              <a:gd name="connsiteX0" fmla="*/ 0 w 6576291"/>
              <a:gd name="connsiteY0" fmla="*/ 0 h 6867525"/>
              <a:gd name="connsiteX1" fmla="*/ 6576291 w 6576291"/>
              <a:gd name="connsiteY1" fmla="*/ 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044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 name="connsiteX0" fmla="*/ 0 w 6576291"/>
              <a:gd name="connsiteY0" fmla="*/ 0 h 6867525"/>
              <a:gd name="connsiteX1" fmla="*/ 3624811 w 6576291"/>
              <a:gd name="connsiteY1" fmla="*/ 10160 h 6867525"/>
              <a:gd name="connsiteX2" fmla="*/ 6576291 w 6576291"/>
              <a:gd name="connsiteY2" fmla="*/ 6867525 h 6867525"/>
              <a:gd name="connsiteX3" fmla="*/ 0 w 6576291"/>
              <a:gd name="connsiteY3" fmla="*/ 6867525 h 6867525"/>
              <a:gd name="connsiteX4" fmla="*/ 0 w 6576291"/>
              <a:gd name="connsiteY4" fmla="*/ 0 h 6867525"/>
              <a:gd name="connsiteX0" fmla="*/ 0 w 6576291"/>
              <a:gd name="connsiteY0" fmla="*/ 5080 h 6872605"/>
              <a:gd name="connsiteX1" fmla="*/ 3629891 w 6576291"/>
              <a:gd name="connsiteY1" fmla="*/ 0 h 6872605"/>
              <a:gd name="connsiteX2" fmla="*/ 6576291 w 6576291"/>
              <a:gd name="connsiteY2" fmla="*/ 6872605 h 6872605"/>
              <a:gd name="connsiteX3" fmla="*/ 0 w 6576291"/>
              <a:gd name="connsiteY3" fmla="*/ 6872605 h 6872605"/>
              <a:gd name="connsiteX4" fmla="*/ 0 w 6576291"/>
              <a:gd name="connsiteY4" fmla="*/ 5080 h 68726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76291" h="6872605">
                <a:moveTo>
                  <a:pt x="0" y="5080"/>
                </a:moveTo>
                <a:lnTo>
                  <a:pt x="3629891" y="0"/>
                </a:lnTo>
                <a:lnTo>
                  <a:pt x="6576291" y="6872605"/>
                </a:lnTo>
                <a:lnTo>
                  <a:pt x="0" y="6872605"/>
                </a:lnTo>
                <a:lnTo>
                  <a:pt x="0" y="5080"/>
                </a:lnTo>
                <a:close/>
              </a:path>
            </a:pathLst>
          </a:custGeom>
        </p:spPr>
        <p:txBody>
          <a:bodyPr lIns="182880" tIns="182880" bIns="91440">
            <a:normAutofit/>
          </a:bodyPr>
          <a:lstStyle>
            <a:lvl1pPr marL="0" indent="0">
              <a:buNone/>
              <a:defRPr sz="2000">
                <a:solidFill>
                  <a:schemeClr val="bg1"/>
                </a:solidFill>
              </a:defRPr>
            </a:lvl1pPr>
          </a:lstStyle>
          <a:p>
            <a:r>
              <a:rPr lang="en-US"/>
              <a:t>Click icon to add picture</a:t>
            </a:r>
            <a:endParaRPr lang="en-US" dirty="0"/>
          </a:p>
        </p:txBody>
      </p:sp>
    </p:spTree>
    <p:extLst>
      <p:ext uri="{BB962C8B-B14F-4D97-AF65-F5344CB8AC3E}">
        <p14:creationId xmlns:p14="http://schemas.microsoft.com/office/powerpoint/2010/main" val="3754018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22318" y="268360"/>
            <a:ext cx="7288282" cy="212117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EAC9D25F-5B3D-F5B2-5D02-C6BC6AA8987B}"/>
              </a:ext>
            </a:extLst>
          </p:cNvPr>
          <p:cNvSpPr>
            <a:spLocks noGrp="1"/>
          </p:cNvSpPr>
          <p:nvPr>
            <p:ph sz="half" idx="2" hasCustomPrompt="1"/>
          </p:nvPr>
        </p:nvSpPr>
        <p:spPr>
          <a:xfrm>
            <a:off x="1322388" y="2763078"/>
            <a:ext cx="7288212" cy="3407051"/>
          </a:xfrm>
        </p:spPr>
        <p:txBody>
          <a:bodyPr>
            <a:normAutofit/>
          </a:bodyPr>
          <a:lstStyle>
            <a:lvl1pPr marL="0" indent="0">
              <a:lnSpc>
                <a:spcPct val="100000"/>
              </a:lnSpc>
              <a:buFont typeface="Arial" panose="020B0604020202020204" pitchFamily="34" charset="0"/>
              <a:buNone/>
              <a:defRPr sz="1800" b="1"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18E16CF1-2502-F2F0-2C27-2DD7979033E2}"/>
              </a:ext>
              <a:ext uri="{C183D7F6-B498-43B3-948B-1728B52AA6E4}">
                <adec:decorative xmlns:adec="http://schemas.microsoft.com/office/drawing/2017/decorative" val="1"/>
              </a:ext>
            </a:extLst>
          </p:cNvPr>
          <p:cNvGrpSpPr/>
          <p:nvPr userDrawn="1"/>
        </p:nvGrpSpPr>
        <p:grpSpPr>
          <a:xfrm>
            <a:off x="9096374" y="-25401"/>
            <a:ext cx="3095625" cy="6883401"/>
            <a:chOff x="9096375" y="-25401"/>
            <a:chExt cx="3095625" cy="6883401"/>
          </a:xfrm>
        </p:grpSpPr>
        <p:cxnSp>
          <p:nvCxnSpPr>
            <p:cNvPr id="10" name="Straight Connector 9">
              <a:extLst>
                <a:ext uri="{FF2B5EF4-FFF2-40B4-BE49-F238E27FC236}">
                  <a16:creationId xmlns:a16="http://schemas.microsoft.com/office/drawing/2014/main" id="{6322A6FB-333C-65AE-23D8-08BCEA174D43}"/>
                </a:ext>
              </a:extLst>
            </p:cNvPr>
            <p:cNvCxnSpPr/>
            <p:nvPr userDrawn="1"/>
          </p:nvCxnSpPr>
          <p:spPr>
            <a:xfrm>
              <a:off x="9096375" y="1497012"/>
              <a:ext cx="309562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62BB247-4598-A983-DEBF-6F042C1DB0BC}"/>
                </a:ext>
              </a:extLst>
            </p:cNvPr>
            <p:cNvCxnSpPr>
              <a:cxnSpLocks/>
            </p:cNvCxnSpPr>
            <p:nvPr userDrawn="1"/>
          </p:nvCxnSpPr>
          <p:spPr>
            <a:xfrm flipH="1">
              <a:off x="9381744" y="-25401"/>
              <a:ext cx="2810256" cy="68834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2" name="Straight Connector 11">
            <a:extLst>
              <a:ext uri="{FF2B5EF4-FFF2-40B4-BE49-F238E27FC236}">
                <a16:creationId xmlns:a16="http://schemas.microsoft.com/office/drawing/2014/main" id="{34E84FEE-D475-A71D-7996-5925602ECF9A}"/>
              </a:ext>
              <a:ext uri="{C183D7F6-B498-43B3-948B-1728B52AA6E4}">
                <adec:decorative xmlns:adec="http://schemas.microsoft.com/office/drawing/2017/decorative" val="1"/>
              </a:ext>
            </a:extLst>
          </p:cNvPr>
          <p:cNvCxnSpPr>
            <a:cxnSpLocks/>
          </p:cNvCxnSpPr>
          <p:nvPr userDrawn="1"/>
        </p:nvCxnSpPr>
        <p:spPr>
          <a:xfrm rot="10800000" flipH="1">
            <a:off x="-1" y="-25403"/>
            <a:ext cx="1210573" cy="2048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Footer Placeholder 4">
            <a:extLst>
              <a:ext uri="{FF2B5EF4-FFF2-40B4-BE49-F238E27FC236}">
                <a16:creationId xmlns:a16="http://schemas.microsoft.com/office/drawing/2014/main" id="{7459776D-4049-CB00-C321-0627C169BC51}"/>
              </a:ext>
            </a:extLst>
          </p:cNvPr>
          <p:cNvSpPr>
            <a:spLocks noGrp="1"/>
          </p:cNvSpPr>
          <p:nvPr>
            <p:ph type="ftr" sz="quarter" idx="11"/>
          </p:nvPr>
        </p:nvSpPr>
        <p:spPr>
          <a:xfrm>
            <a:off x="1333500" y="6356349"/>
            <a:ext cx="3819228" cy="365125"/>
          </a:xfrm>
        </p:spPr>
        <p:txBody>
          <a:bodyPr/>
          <a:lstStyle>
            <a:lvl1pPr algn="l">
              <a:defRPr sz="900"/>
            </a:lvl1pPr>
          </a:lstStyle>
          <a:p>
            <a:r>
              <a:rPr lang="en-US" dirty="0"/>
              <a:t>PRESENTATION TITLE</a:t>
            </a:r>
          </a:p>
        </p:txBody>
      </p:sp>
      <p:sp>
        <p:nvSpPr>
          <p:cNvPr id="16" name="Slide Number Placeholder 5">
            <a:extLst>
              <a:ext uri="{FF2B5EF4-FFF2-40B4-BE49-F238E27FC236}">
                <a16:creationId xmlns:a16="http://schemas.microsoft.com/office/drawing/2014/main" id="{EDE114AF-34C6-A062-7340-858BC27DA264}"/>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424973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Break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406400"/>
            <a:ext cx="4179570" cy="3457971"/>
          </a:xfrm>
        </p:spPr>
        <p:txBody>
          <a:bodyPr anchor="b">
            <a:noAutofit/>
          </a:bodyPr>
          <a:lstStyle>
            <a:lvl1pPr algn="l">
              <a:defRPr sz="3600" spc="150" baseline="0">
                <a:solidFill>
                  <a:schemeClr val="bg1"/>
                </a:solidFill>
              </a:defRPr>
            </a:lvl1pPr>
          </a:lstStyle>
          <a:p>
            <a:r>
              <a:rPr lang="en-US" dirty="0"/>
              <a:t>CLICK TO add title</a:t>
            </a:r>
          </a:p>
        </p:txBody>
      </p:sp>
      <p:pic>
        <p:nvPicPr>
          <p:cNvPr id="4" name="Graphic 3">
            <a:extLst>
              <a:ext uri="{FF2B5EF4-FFF2-40B4-BE49-F238E27FC236}">
                <a16:creationId xmlns:a16="http://schemas.microsoft.com/office/drawing/2014/main" id="{5E045004-3604-59DC-13E0-7A0B2DF78C4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4403296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1">
    <p:bg>
      <p:bgPr>
        <a:solidFill>
          <a:schemeClr val="accent1"/>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955F7B05-9431-1FBA-415D-6CF2DF562B97}"/>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39434" t="20278" b="22673"/>
          <a:stretch/>
        </p:blipFill>
        <p:spPr>
          <a:xfrm>
            <a:off x="25785" y="0"/>
            <a:ext cx="4093633" cy="3912394"/>
          </a:xfrm>
          <a:prstGeom prst="rect">
            <a:avLst/>
          </a:prstGeom>
        </p:spPr>
      </p:pic>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568961"/>
            <a:ext cx="8420100"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97255"/>
            <a:ext cx="3924300"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7FF22E3-5928-787E-B062-FA18127D3BD9}"/>
              </a:ext>
            </a:extLst>
          </p:cNvPr>
          <p:cNvSpPr>
            <a:spLocks noGrp="1"/>
          </p:cNvSpPr>
          <p:nvPr>
            <p:ph sz="half" idx="13" hasCustomPrompt="1"/>
          </p:nvPr>
        </p:nvSpPr>
        <p:spPr>
          <a:xfrm>
            <a:off x="2933700" y="3251596"/>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97255"/>
            <a:ext cx="3943627" cy="464499"/>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9" name="Content Placeholder 3">
            <a:extLst>
              <a:ext uri="{FF2B5EF4-FFF2-40B4-BE49-F238E27FC236}">
                <a16:creationId xmlns:a16="http://schemas.microsoft.com/office/drawing/2014/main" id="{178E4D0B-96F1-45F3-6B2A-5FA31A37257F}"/>
              </a:ext>
            </a:extLst>
          </p:cNvPr>
          <p:cNvSpPr>
            <a:spLocks noGrp="1"/>
          </p:cNvSpPr>
          <p:nvPr>
            <p:ph sz="half" idx="14" hasCustomPrompt="1"/>
          </p:nvPr>
        </p:nvSpPr>
        <p:spPr>
          <a:xfrm>
            <a:off x="7410173" y="3251595"/>
            <a:ext cx="3943627" cy="3234264"/>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5F41582C-9AD2-F126-40F3-D43E77D158C8}"/>
              </a:ext>
            </a:extLst>
          </p:cNvPr>
          <p:cNvSpPr>
            <a:spLocks noGrp="1"/>
          </p:cNvSpPr>
          <p:nvPr>
            <p:ph type="ftr" sz="quarter" idx="11"/>
          </p:nvPr>
        </p:nvSpPr>
        <p:spPr>
          <a:xfrm>
            <a:off x="2969260" y="6356349"/>
            <a:ext cx="3819228" cy="365125"/>
          </a:xfrm>
        </p:spPr>
        <p:txBody>
          <a:bodyPr/>
          <a:lstStyle>
            <a:lvl1pPr algn="l">
              <a:defRPr sz="900"/>
            </a:lvl1pPr>
          </a:lstStyle>
          <a:p>
            <a:r>
              <a:rPr lang="en-US" dirty="0"/>
              <a:t>PRESENTATION TITLE</a:t>
            </a:r>
          </a:p>
        </p:txBody>
      </p:sp>
      <p:sp>
        <p:nvSpPr>
          <p:cNvPr id="14" name="Slide Number Placeholder 5">
            <a:extLst>
              <a:ext uri="{FF2B5EF4-FFF2-40B4-BE49-F238E27FC236}">
                <a16:creationId xmlns:a16="http://schemas.microsoft.com/office/drawing/2014/main" id="{341F76B1-7BEF-7A88-1394-1164BFF082E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84012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341120" y="558801"/>
            <a:ext cx="9953308" cy="1780860"/>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grpSp>
        <p:nvGrpSpPr>
          <p:cNvPr id="10" name="Group 9">
            <a:extLst>
              <a:ext uri="{FF2B5EF4-FFF2-40B4-BE49-F238E27FC236}">
                <a16:creationId xmlns:a16="http://schemas.microsoft.com/office/drawing/2014/main" id="{6A217F83-0BDB-C70B-29FE-2651DE191533}"/>
              </a:ext>
              <a:ext uri="{C183D7F6-B498-43B3-948B-1728B52AA6E4}">
                <adec:decorative xmlns:adec="http://schemas.microsoft.com/office/drawing/2017/decorative" val="1"/>
              </a:ext>
            </a:extLst>
          </p:cNvPr>
          <p:cNvGrpSpPr/>
          <p:nvPr userDrawn="1"/>
        </p:nvGrpSpPr>
        <p:grpSpPr>
          <a:xfrm>
            <a:off x="4429817" y="0"/>
            <a:ext cx="7762183" cy="2754814"/>
            <a:chOff x="7334250" y="0"/>
            <a:chExt cx="4857750" cy="1724025"/>
          </a:xfrm>
        </p:grpSpPr>
        <p:cxnSp>
          <p:nvCxnSpPr>
            <p:cNvPr id="11" name="Straight Connector 10">
              <a:extLst>
                <a:ext uri="{FF2B5EF4-FFF2-40B4-BE49-F238E27FC236}">
                  <a16:creationId xmlns:a16="http://schemas.microsoft.com/office/drawing/2014/main" id="{E0C62368-3F79-C078-7086-B23D2F5A09F8}"/>
                </a:ext>
              </a:extLst>
            </p:cNvPr>
            <p:cNvCxnSpPr/>
            <p:nvPr userDrawn="1"/>
          </p:nvCxnSpPr>
          <p:spPr>
            <a:xfrm flipH="1" flipV="1">
              <a:off x="7334250" y="0"/>
              <a:ext cx="485775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09BDD71-BF2E-BDB0-A625-D8371AEA1CAB}"/>
                </a:ext>
              </a:extLst>
            </p:cNvPr>
            <p:cNvCxnSpPr>
              <a:cxnSpLocks/>
            </p:cNvCxnSpPr>
            <p:nvPr userDrawn="1"/>
          </p:nvCxnSpPr>
          <p:spPr>
            <a:xfrm>
              <a:off x="11487150" y="0"/>
              <a:ext cx="704850" cy="1724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Text Placeholder 2">
            <a:extLst>
              <a:ext uri="{FF2B5EF4-FFF2-40B4-BE49-F238E27FC236}">
                <a16:creationId xmlns:a16="http://schemas.microsoft.com/office/drawing/2014/main" id="{83354B96-CD25-BE1C-8CA2-3825F820B759}"/>
              </a:ext>
            </a:extLst>
          </p:cNvPr>
          <p:cNvSpPr>
            <a:spLocks noGrp="1"/>
          </p:cNvSpPr>
          <p:nvPr>
            <p:ph type="body" idx="1" hasCustomPrompt="1"/>
          </p:nvPr>
        </p:nvSpPr>
        <p:spPr>
          <a:xfrm>
            <a:off x="1341120" y="2960877"/>
            <a:ext cx="2722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5" name="Content Placeholder 3">
            <a:extLst>
              <a:ext uri="{FF2B5EF4-FFF2-40B4-BE49-F238E27FC236}">
                <a16:creationId xmlns:a16="http://schemas.microsoft.com/office/drawing/2014/main" id="{CDD81865-54C7-7674-4B2E-041D05C1D146}"/>
              </a:ext>
            </a:extLst>
          </p:cNvPr>
          <p:cNvSpPr>
            <a:spLocks noGrp="1"/>
          </p:cNvSpPr>
          <p:nvPr>
            <p:ph sz="half" idx="15" hasCustomPrompt="1"/>
          </p:nvPr>
        </p:nvSpPr>
        <p:spPr>
          <a:xfrm>
            <a:off x="1341120" y="3392035"/>
            <a:ext cx="2722880" cy="2907164"/>
          </a:xfrm>
        </p:spPr>
        <p:txBody>
          <a:bodyPr tIns="0">
            <a:normAutofit/>
          </a:bodyPr>
          <a:lstStyle>
            <a:lvl1pPr marL="283464" indent="-283464">
              <a:lnSpc>
                <a:spcPct val="100000"/>
              </a:lnSpc>
              <a:buFont typeface="+mj-lt"/>
              <a:buAutoNum type="arabicPeriod"/>
              <a:defRPr sz="1800" b="0" spc="50" baseline="0"/>
            </a:lvl1pPr>
            <a:lvl2pPr marL="566928" indent="-342900">
              <a:lnSpc>
                <a:spcPct val="100000"/>
              </a:lnSpc>
              <a:spcBef>
                <a:spcPts val="1000"/>
              </a:spcBef>
              <a:buFont typeface="+mj-lt"/>
              <a:buAutoNum type="alphaLcPeriod"/>
              <a:defRPr sz="1800" spc="50" baseline="0"/>
            </a:lvl2pPr>
            <a:lvl3pPr marL="850392" indent="-342900">
              <a:lnSpc>
                <a:spcPct val="100000"/>
              </a:lnSpc>
              <a:spcBef>
                <a:spcPts val="1000"/>
              </a:spcBef>
              <a:buFont typeface="+mj-lt"/>
              <a:buAutoNum type="arabicParenR"/>
              <a:defRPr sz="1800" spc="50" baseline="0"/>
            </a:lvl3pPr>
            <a:lvl4pPr marL="1042416" indent="-342900">
              <a:lnSpc>
                <a:spcPct val="100000"/>
              </a:lnSpc>
              <a:spcBef>
                <a:spcPts val="1000"/>
              </a:spcBef>
              <a:buFont typeface="+mj-lt"/>
              <a:buAutoNum type="alphaLcParenR"/>
              <a:defRPr sz="1800" spc="50" baseline="0"/>
            </a:lvl4pPr>
            <a:lvl5pPr marL="1074420" indent="-400050">
              <a:lnSpc>
                <a:spcPct val="100000"/>
              </a:lnSpc>
              <a:spcBef>
                <a:spcPts val="1000"/>
              </a:spcBef>
              <a:buFont typeface="+mj-lt"/>
              <a:buAutoNum type="romanLcPeriod"/>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p:txBody>
      </p:sp>
      <p:sp>
        <p:nvSpPr>
          <p:cNvPr id="17" name="Text Placeholder 2">
            <a:extLst>
              <a:ext uri="{FF2B5EF4-FFF2-40B4-BE49-F238E27FC236}">
                <a16:creationId xmlns:a16="http://schemas.microsoft.com/office/drawing/2014/main" id="{6F39BA57-7F1C-623F-BC7F-B689C5AC33EA}"/>
              </a:ext>
            </a:extLst>
          </p:cNvPr>
          <p:cNvSpPr>
            <a:spLocks noGrp="1"/>
          </p:cNvSpPr>
          <p:nvPr>
            <p:ph type="body" idx="10" hasCustomPrompt="1"/>
          </p:nvPr>
        </p:nvSpPr>
        <p:spPr>
          <a:xfrm>
            <a:off x="4754881" y="2960877"/>
            <a:ext cx="5516880" cy="351284"/>
          </a:xfrm>
        </p:spPr>
        <p:txBody>
          <a:bodyPr anchor="t">
            <a:norm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3" name="Content Placeholder 3">
            <a:extLst>
              <a:ext uri="{FF2B5EF4-FFF2-40B4-BE49-F238E27FC236}">
                <a16:creationId xmlns:a16="http://schemas.microsoft.com/office/drawing/2014/main" id="{94BF07A4-5A33-0B3C-A378-AB2435F1D5FF}"/>
              </a:ext>
            </a:extLst>
          </p:cNvPr>
          <p:cNvSpPr>
            <a:spLocks noGrp="1"/>
          </p:cNvSpPr>
          <p:nvPr>
            <p:ph sz="half" idx="14" hasCustomPrompt="1"/>
          </p:nvPr>
        </p:nvSpPr>
        <p:spPr>
          <a:xfrm>
            <a:off x="4754881" y="3324859"/>
            <a:ext cx="5506720" cy="303148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43000"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Footer Placeholder 4">
            <a:extLst>
              <a:ext uri="{FF2B5EF4-FFF2-40B4-BE49-F238E27FC236}">
                <a16:creationId xmlns:a16="http://schemas.microsoft.com/office/drawing/2014/main" id="{63DC63A6-41FE-6C2D-9A53-0AE4A6DBF39B}"/>
              </a:ext>
            </a:extLst>
          </p:cNvPr>
          <p:cNvSpPr>
            <a:spLocks noGrp="1"/>
          </p:cNvSpPr>
          <p:nvPr>
            <p:ph type="ftr" sz="quarter" idx="12"/>
          </p:nvPr>
        </p:nvSpPr>
        <p:spPr>
          <a:xfrm>
            <a:off x="1333500" y="6356349"/>
            <a:ext cx="3819228" cy="365125"/>
          </a:xfrm>
        </p:spPr>
        <p:txBody>
          <a:bodyPr/>
          <a:lstStyle>
            <a:lvl1pPr algn="l">
              <a:defRPr sz="900"/>
            </a:lvl1pPr>
          </a:lstStyle>
          <a:p>
            <a:r>
              <a:rPr lang="en-US" dirty="0"/>
              <a:t>PRESENTATION TITLE</a:t>
            </a:r>
          </a:p>
        </p:txBody>
      </p:sp>
      <p:sp>
        <p:nvSpPr>
          <p:cNvPr id="20" name="Slide Number Placeholder 5">
            <a:extLst>
              <a:ext uri="{FF2B5EF4-FFF2-40B4-BE49-F238E27FC236}">
                <a16:creationId xmlns:a16="http://schemas.microsoft.com/office/drawing/2014/main" id="{0B5130EC-B05B-5489-FBEC-DBEB6D1E737D}"/>
              </a:ext>
            </a:extLst>
          </p:cNvPr>
          <p:cNvSpPr>
            <a:spLocks noGrp="1"/>
          </p:cNvSpPr>
          <p:nvPr>
            <p:ph type="sldNum" sz="quarter" idx="13"/>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2112085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3B2CC92D-F90A-CB67-4860-D6939AC29566}"/>
              </a:ext>
              <a:ext uri="{C183D7F6-B498-43B3-948B-1728B52AA6E4}">
                <adec:decorative xmlns:adec="http://schemas.microsoft.com/office/drawing/2017/decorative" val="1"/>
              </a:ext>
            </a:extLst>
          </p:cNvPr>
          <p:cNvCxnSpPr>
            <a:cxnSpLocks/>
          </p:cNvCxnSpPr>
          <p:nvPr userDrawn="1"/>
        </p:nvCxnSpPr>
        <p:spPr>
          <a:xfrm flipH="1" flipV="1">
            <a:off x="3094182" y="0"/>
            <a:ext cx="1745673" cy="38977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4" y="1671639"/>
            <a:ext cx="5884027" cy="1204912"/>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13" name="Picture Placeholder 12">
            <a:extLst>
              <a:ext uri="{FF2B5EF4-FFF2-40B4-BE49-F238E27FC236}">
                <a16:creationId xmlns:a16="http://schemas.microsoft.com/office/drawing/2014/main" id="{4C376638-5C5B-8E5B-0C26-8F63B98EA417}"/>
              </a:ext>
            </a:extLst>
          </p:cNvPr>
          <p:cNvSpPr>
            <a:spLocks noGrp="1"/>
          </p:cNvSpPr>
          <p:nvPr>
            <p:ph type="pic" sz="quarter" idx="13"/>
          </p:nvPr>
        </p:nvSpPr>
        <p:spPr>
          <a:xfrm>
            <a:off x="-28230" y="-9144"/>
            <a:ext cx="5481955" cy="6876288"/>
          </a:xfrm>
          <a:custGeom>
            <a:avLst/>
            <a:gdLst>
              <a:gd name="connsiteX0" fmla="*/ 0 w 5476875"/>
              <a:gd name="connsiteY0" fmla="*/ 0 h 6858000"/>
              <a:gd name="connsiteX1" fmla="*/ 547687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0 w 5476875"/>
              <a:gd name="connsiteY0" fmla="*/ 0 h 6858000"/>
              <a:gd name="connsiteX1" fmla="*/ 2520315 w 5476875"/>
              <a:gd name="connsiteY1" fmla="*/ 0 h 6858000"/>
              <a:gd name="connsiteX2" fmla="*/ 5476875 w 5476875"/>
              <a:gd name="connsiteY2" fmla="*/ 6858000 h 6858000"/>
              <a:gd name="connsiteX3" fmla="*/ 0 w 5476875"/>
              <a:gd name="connsiteY3" fmla="*/ 6858000 h 6858000"/>
              <a:gd name="connsiteX4" fmla="*/ 0 w 5476875"/>
              <a:gd name="connsiteY4" fmla="*/ 0 h 6858000"/>
              <a:gd name="connsiteX0" fmla="*/ 5080 w 5481955"/>
              <a:gd name="connsiteY0" fmla="*/ 0 h 6858000"/>
              <a:gd name="connsiteX1" fmla="*/ 2525395 w 5481955"/>
              <a:gd name="connsiteY1" fmla="*/ 0 h 6858000"/>
              <a:gd name="connsiteX2" fmla="*/ 5481955 w 5481955"/>
              <a:gd name="connsiteY2" fmla="*/ 6858000 h 6858000"/>
              <a:gd name="connsiteX3" fmla="*/ 5080 w 5481955"/>
              <a:gd name="connsiteY3" fmla="*/ 6858000 h 6858000"/>
              <a:gd name="connsiteX4" fmla="*/ 0 w 5481955"/>
              <a:gd name="connsiteY4" fmla="*/ 4805680 h 6858000"/>
              <a:gd name="connsiteX5" fmla="*/ 5080 w 5481955"/>
              <a:gd name="connsiteY5" fmla="*/ 0 h 685800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80568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 name="connsiteX0" fmla="*/ 5080 w 5481955"/>
              <a:gd name="connsiteY0" fmla="*/ 0 h 6863080"/>
              <a:gd name="connsiteX1" fmla="*/ 2525395 w 5481955"/>
              <a:gd name="connsiteY1" fmla="*/ 0 h 6863080"/>
              <a:gd name="connsiteX2" fmla="*/ 5481955 w 5481955"/>
              <a:gd name="connsiteY2" fmla="*/ 6858000 h 6863080"/>
              <a:gd name="connsiteX3" fmla="*/ 899160 w 5481955"/>
              <a:gd name="connsiteY3" fmla="*/ 6863080 h 6863080"/>
              <a:gd name="connsiteX4" fmla="*/ 0 w 5481955"/>
              <a:gd name="connsiteY4" fmla="*/ 4759960 h 6863080"/>
              <a:gd name="connsiteX5" fmla="*/ 5080 w 5481955"/>
              <a:gd name="connsiteY5" fmla="*/ 0 h 6863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81955" h="6863080">
                <a:moveTo>
                  <a:pt x="5080" y="0"/>
                </a:moveTo>
                <a:lnTo>
                  <a:pt x="2525395" y="0"/>
                </a:lnTo>
                <a:lnTo>
                  <a:pt x="5481955" y="6858000"/>
                </a:lnTo>
                <a:lnTo>
                  <a:pt x="899160" y="6863080"/>
                </a:lnTo>
                <a:cubicBezTo>
                  <a:pt x="506307" y="5933440"/>
                  <a:pt x="413173" y="5720080"/>
                  <a:pt x="0" y="4759960"/>
                </a:cubicBezTo>
                <a:cubicBezTo>
                  <a:pt x="1693" y="3158067"/>
                  <a:pt x="3387" y="1601893"/>
                  <a:pt x="5080" y="0"/>
                </a:cubicBezTo>
                <a:close/>
              </a:path>
            </a:pathLst>
          </a:custGeom>
        </p:spPr>
        <p:txBody>
          <a:bodyPr lIns="274320" tIns="91440" bIns="91440">
            <a:normAutofit/>
          </a:bodyPr>
          <a:lstStyle>
            <a:lvl1pPr marL="0" indent="0" algn="l">
              <a:buNone/>
              <a:defRPr sz="2000">
                <a:solidFill>
                  <a:schemeClr val="tx1"/>
                </a:solidFill>
              </a:defRPr>
            </a:lvl1pPr>
          </a:lstStyle>
          <a:p>
            <a:r>
              <a:rPr lang="en-US"/>
              <a:t>Click icon to add picture</a:t>
            </a:r>
            <a:endParaRPr lang="en-US" dirty="0"/>
          </a:p>
        </p:txBody>
      </p:sp>
      <p:sp>
        <p:nvSpPr>
          <p:cNvPr id="4" name="Footer Placeholder 4">
            <a:extLst>
              <a:ext uri="{FF2B5EF4-FFF2-40B4-BE49-F238E27FC236}">
                <a16:creationId xmlns:a16="http://schemas.microsoft.com/office/drawing/2014/main" id="{04569D00-2037-2A8D-943B-22FAC1C0B690}"/>
              </a:ext>
            </a:extLst>
          </p:cNvPr>
          <p:cNvSpPr>
            <a:spLocks noGrp="1"/>
          </p:cNvSpPr>
          <p:nvPr>
            <p:ph type="ftr" sz="quarter" idx="11"/>
          </p:nvPr>
        </p:nvSpPr>
        <p:spPr>
          <a:xfrm>
            <a:off x="825500" y="6356349"/>
            <a:ext cx="3819228" cy="365125"/>
          </a:xfrm>
        </p:spPr>
        <p:txBody>
          <a:bodyPr/>
          <a:lstStyle>
            <a:lvl1pPr algn="l">
              <a:defRPr sz="900"/>
            </a:lvl1pPr>
          </a:lstStyle>
          <a:p>
            <a:r>
              <a:rPr lang="en-US" dirty="0"/>
              <a:t>PRESENTATION TITLE</a:t>
            </a:r>
          </a:p>
        </p:txBody>
      </p:sp>
      <p:sp>
        <p:nvSpPr>
          <p:cNvPr id="5" name="Slide Number Placeholder 5">
            <a:extLst>
              <a:ext uri="{FF2B5EF4-FFF2-40B4-BE49-F238E27FC236}">
                <a16:creationId xmlns:a16="http://schemas.microsoft.com/office/drawing/2014/main" id="{75967A9D-0B53-4F3F-0872-495C23A33235}"/>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
        <p:nvSpPr>
          <p:cNvPr id="8" name="Content Placeholder 3">
            <a:extLst>
              <a:ext uri="{FF2B5EF4-FFF2-40B4-BE49-F238E27FC236}">
                <a16:creationId xmlns:a16="http://schemas.microsoft.com/office/drawing/2014/main" id="{643B0E9A-A777-8745-6A36-0A79CB5E036B}"/>
              </a:ext>
            </a:extLst>
          </p:cNvPr>
          <p:cNvSpPr>
            <a:spLocks noGrp="1"/>
          </p:cNvSpPr>
          <p:nvPr>
            <p:ph sz="half" idx="14" hasCustomPrompt="1"/>
          </p:nvPr>
        </p:nvSpPr>
        <p:spPr>
          <a:xfrm>
            <a:off x="5453725" y="3660774"/>
            <a:ext cx="5907176" cy="2536826"/>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7780591"/>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1" y="895350"/>
            <a:ext cx="3247662" cy="1917700"/>
          </a:xfrm>
        </p:spPr>
        <p:txBody>
          <a:bodyPr>
            <a:normAutofit/>
          </a:bodyPr>
          <a:lstStyle>
            <a:lvl1pPr algn="l">
              <a:defRPr lang="en-US" sz="2400" kern="1200" spc="150" baseline="0" dirty="0">
                <a:solidFill>
                  <a:schemeClr val="tx1"/>
                </a:solidFill>
                <a:latin typeface="+mj-lt"/>
                <a:ea typeface="+mj-ea"/>
                <a:cs typeface="+mj-cs"/>
              </a:defRPr>
            </a:lvl1pPr>
          </a:lstStyle>
          <a:p>
            <a:r>
              <a:rPr lang="en-US" dirty="0"/>
              <a:t>CLICK TO add title</a:t>
            </a:r>
          </a:p>
        </p:txBody>
      </p:sp>
      <p:sp>
        <p:nvSpPr>
          <p:cNvPr id="3" name="Content Placeholder 3">
            <a:extLst>
              <a:ext uri="{FF2B5EF4-FFF2-40B4-BE49-F238E27FC236}">
                <a16:creationId xmlns:a16="http://schemas.microsoft.com/office/drawing/2014/main" id="{A14C3057-3BCC-F9A2-98D8-17DDB36F1823}"/>
              </a:ext>
            </a:extLst>
          </p:cNvPr>
          <p:cNvSpPr>
            <a:spLocks noGrp="1"/>
          </p:cNvSpPr>
          <p:nvPr>
            <p:ph sz="half" idx="16" hasCustomPrompt="1"/>
          </p:nvPr>
        </p:nvSpPr>
        <p:spPr>
          <a:xfrm>
            <a:off x="838200" y="2813049"/>
            <a:ext cx="3247662" cy="3238499"/>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4216396" y="895927"/>
            <a:ext cx="7137404" cy="5115889"/>
          </a:xfrm>
        </p:spPr>
        <p:txBody>
          <a:bodyPr>
            <a:normAutofit/>
          </a:bodyPr>
          <a:lstStyle>
            <a:lvl1pPr marL="0" indent="0" algn="ctr">
              <a:buNone/>
              <a:defRPr sz="2000"/>
            </a:lvl1pPr>
          </a:lstStyle>
          <a:p>
            <a:r>
              <a:rPr lang="en-US"/>
              <a:t>Click icon to add table</a:t>
            </a:r>
            <a:endParaRPr lang="en-US" dirty="0"/>
          </a:p>
        </p:txBody>
      </p:sp>
      <p:sp>
        <p:nvSpPr>
          <p:cNvPr id="10" name="Footer Placeholder 4">
            <a:extLst>
              <a:ext uri="{FF2B5EF4-FFF2-40B4-BE49-F238E27FC236}">
                <a16:creationId xmlns:a16="http://schemas.microsoft.com/office/drawing/2014/main" id="{5F91997C-538B-C8B9-14D7-31A1932F69C3}"/>
              </a:ext>
            </a:extLst>
          </p:cNvPr>
          <p:cNvSpPr>
            <a:spLocks noGrp="1"/>
          </p:cNvSpPr>
          <p:nvPr>
            <p:ph type="ftr" sz="quarter" idx="11"/>
          </p:nvPr>
        </p:nvSpPr>
        <p:spPr>
          <a:xfrm>
            <a:off x="731615" y="6356349"/>
            <a:ext cx="3819228" cy="365125"/>
          </a:xfrm>
        </p:spPr>
        <p:txBody>
          <a:bodyPr/>
          <a:lstStyle>
            <a:lvl1pPr algn="l">
              <a:defRPr sz="900"/>
            </a:lvl1pPr>
          </a:lstStyle>
          <a:p>
            <a:r>
              <a:rPr lang="en-US" dirty="0"/>
              <a:t>PRESENTATION TITLE</a:t>
            </a:r>
          </a:p>
        </p:txBody>
      </p:sp>
      <p:sp>
        <p:nvSpPr>
          <p:cNvPr id="11" name="Slide Number Placeholder 5">
            <a:extLst>
              <a:ext uri="{FF2B5EF4-FFF2-40B4-BE49-F238E27FC236}">
                <a16:creationId xmlns:a16="http://schemas.microsoft.com/office/drawing/2014/main" id="{1F777EF4-982E-9337-7E82-31DC723C1273}"/>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grpSp>
        <p:nvGrpSpPr>
          <p:cNvPr id="14" name="Group 13">
            <a:extLst>
              <a:ext uri="{FF2B5EF4-FFF2-40B4-BE49-F238E27FC236}">
                <a16:creationId xmlns:a16="http://schemas.microsoft.com/office/drawing/2014/main" id="{E34303BA-AFB6-0E22-486F-785994E3B7B1}"/>
              </a:ext>
              <a:ext uri="{C183D7F6-B498-43B3-948B-1728B52AA6E4}">
                <adec:decorative xmlns:adec="http://schemas.microsoft.com/office/drawing/2017/decorative" val="1"/>
              </a:ext>
            </a:extLst>
          </p:cNvPr>
          <p:cNvGrpSpPr/>
          <p:nvPr userDrawn="1"/>
        </p:nvGrpSpPr>
        <p:grpSpPr>
          <a:xfrm>
            <a:off x="0" y="0"/>
            <a:ext cx="2327564" cy="1505528"/>
            <a:chOff x="0" y="0"/>
            <a:chExt cx="2238376" cy="3105150"/>
          </a:xfrm>
        </p:grpSpPr>
        <p:cxnSp>
          <p:nvCxnSpPr>
            <p:cNvPr id="15" name="Straight Connector 14">
              <a:extLst>
                <a:ext uri="{FF2B5EF4-FFF2-40B4-BE49-F238E27FC236}">
                  <a16:creationId xmlns:a16="http://schemas.microsoft.com/office/drawing/2014/main" id="{F66E3A08-02EB-7B54-5089-E7A7F19FD725}"/>
                </a:ext>
              </a:extLst>
            </p:cNvPr>
            <p:cNvCxnSpPr>
              <a:cxnSpLocks/>
            </p:cNvCxnSpPr>
            <p:nvPr userDrawn="1"/>
          </p:nvCxnSpPr>
          <p:spPr>
            <a:xfrm flipH="1">
              <a:off x="0" y="0"/>
              <a:ext cx="1238250" cy="310515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814F9BE5-00B2-ADDF-771C-AB098B36C820}"/>
                </a:ext>
              </a:extLst>
            </p:cNvPr>
            <p:cNvCxnSpPr>
              <a:cxnSpLocks/>
            </p:cNvCxnSpPr>
            <p:nvPr userDrawn="1"/>
          </p:nvCxnSpPr>
          <p:spPr>
            <a:xfrm flipH="1">
              <a:off x="0" y="0"/>
              <a:ext cx="2238376" cy="24765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28081630"/>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838200" y="337192"/>
            <a:ext cx="5655197" cy="1997867"/>
          </a:xfrm>
        </p:spPr>
        <p:txBody>
          <a:bodyPr anchor="b">
            <a:normAutofit/>
          </a:bodyPr>
          <a:lstStyle>
            <a:lvl1pPr>
              <a:defRPr lang="en-US" sz="2800" kern="1200" spc="150" baseline="0" dirty="0">
                <a:solidFill>
                  <a:schemeClr val="tx1"/>
                </a:solidFill>
                <a:latin typeface="+mj-lt"/>
                <a:ea typeface="+mj-ea"/>
                <a:cs typeface="+mj-cs"/>
              </a:defRPr>
            </a:lvl1pPr>
          </a:lstStyle>
          <a:p>
            <a:r>
              <a:rPr lang="en-US" dirty="0"/>
              <a:t>CLICK TO add title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2705177"/>
            <a:ext cx="5733772" cy="448990"/>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hasCustomPrompt="1"/>
          </p:nvPr>
        </p:nvSpPr>
        <p:spPr>
          <a:xfrm>
            <a:off x="838199" y="3154166"/>
            <a:ext cx="5733773" cy="3032733"/>
          </a:xfrm>
        </p:spPr>
        <p:txBody>
          <a:bodyPr>
            <a:normAutofit/>
          </a:bodyPr>
          <a:lstStyle>
            <a:lvl1pPr marL="285750" indent="-285750">
              <a:lnSpc>
                <a:spcPct val="100000"/>
              </a:lnSpc>
              <a:buFont typeface="Arial" panose="020B0604020202020204" pitchFamily="34" charset="0"/>
              <a:buChar char="•"/>
              <a:defRPr sz="1800" spc="50" baseline="0"/>
            </a:lvl1pPr>
            <a:lvl2pPr marL="742950" indent="-285750">
              <a:lnSpc>
                <a:spcPct val="100000"/>
              </a:lnSpc>
              <a:buFont typeface="Arial" panose="020B0604020202020204" pitchFamily="34" charset="0"/>
              <a:buChar char="•"/>
              <a:defRPr sz="1800" spc="50" baseline="0"/>
            </a:lvl2pPr>
            <a:lvl3pPr marL="1200150" indent="-285750">
              <a:lnSpc>
                <a:spcPct val="100000"/>
              </a:lnSpc>
              <a:buFont typeface="Arial" panose="020B0604020202020204" pitchFamily="34" charset="0"/>
              <a:buChar char="•"/>
              <a:defRPr sz="1800" spc="50" baseline="0"/>
            </a:lvl3pPr>
            <a:lvl4pPr marL="1657350" indent="-285750">
              <a:lnSpc>
                <a:spcPct val="100000"/>
              </a:lnSpc>
              <a:buFont typeface="Arial" panose="020B0604020202020204" pitchFamily="34" charset="0"/>
              <a:buChar char="•"/>
              <a:defRPr sz="1800" spc="50" baseline="0"/>
            </a:lvl4pPr>
            <a:lvl5pPr marL="2114550" indent="-285750">
              <a:lnSpc>
                <a:spcPct val="100000"/>
              </a:lnSpc>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887108" y="2705177"/>
            <a:ext cx="3943627" cy="448989"/>
          </a:xfrm>
        </p:spPr>
        <p:txBody>
          <a:bodyPr anchor="ctr">
            <a:noAutofit/>
          </a:bodyPr>
          <a:lstStyle>
            <a:lvl1pPr marL="0" indent="0">
              <a:buNone/>
              <a:defRPr lang="en-US" sz="1800" b="1" kern="1200" spc="50" baseline="0" dirty="0" smtClean="0">
                <a:solidFill>
                  <a:schemeClr val="tx1"/>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7" name="Content Placeholder 3">
            <a:extLst>
              <a:ext uri="{FF2B5EF4-FFF2-40B4-BE49-F238E27FC236}">
                <a16:creationId xmlns:a16="http://schemas.microsoft.com/office/drawing/2014/main" id="{0120DFF5-B64A-9744-4500-1D7BBA19BF1C}"/>
              </a:ext>
            </a:extLst>
          </p:cNvPr>
          <p:cNvSpPr>
            <a:spLocks noGrp="1"/>
          </p:cNvSpPr>
          <p:nvPr>
            <p:ph sz="half" idx="14" hasCustomPrompt="1"/>
          </p:nvPr>
        </p:nvSpPr>
        <p:spPr>
          <a:xfrm>
            <a:off x="7887107" y="3164867"/>
            <a:ext cx="3943627" cy="3032733"/>
          </a:xfrm>
        </p:spPr>
        <p:txBody>
          <a:bodyPr tIns="0">
            <a:normAutofit/>
          </a:bodyPr>
          <a:lstStyle>
            <a:lvl1pPr marL="0" indent="0">
              <a:lnSpc>
                <a:spcPct val="100000"/>
              </a:lnSpc>
              <a:buFont typeface="Arial" panose="020B0604020202020204" pitchFamily="34" charset="0"/>
              <a:buNone/>
              <a:defRPr sz="1800" b="0" spc="50" baseline="0"/>
            </a:lvl1pPr>
            <a:lvl2pPr marL="283464" indent="-285750">
              <a:lnSpc>
                <a:spcPct val="100000"/>
              </a:lnSpc>
              <a:spcBef>
                <a:spcPts val="1000"/>
              </a:spcBef>
              <a:buFont typeface="Arial" panose="020B0604020202020204" pitchFamily="34" charset="0"/>
              <a:buChar char="•"/>
              <a:defRPr sz="1800" spc="50" baseline="0"/>
            </a:lvl2pPr>
            <a:lvl3pPr marL="566928" indent="-285750">
              <a:lnSpc>
                <a:spcPct val="100000"/>
              </a:lnSpc>
              <a:spcBef>
                <a:spcPts val="1000"/>
              </a:spcBef>
              <a:buFont typeface="Arial" panose="020B0604020202020204" pitchFamily="34" charset="0"/>
              <a:buChar char="•"/>
              <a:defRPr sz="1800" spc="50" baseline="0"/>
            </a:lvl3pPr>
            <a:lvl4pPr marL="859536" indent="-285750">
              <a:lnSpc>
                <a:spcPct val="100000"/>
              </a:lnSpc>
              <a:spcBef>
                <a:spcPts val="1000"/>
              </a:spcBef>
              <a:buFont typeface="Arial" panose="020B0604020202020204" pitchFamily="34" charset="0"/>
              <a:buChar char="•"/>
              <a:defRPr sz="1800" spc="50" baseline="0"/>
            </a:lvl4pPr>
            <a:lvl5pPr marL="1152144" indent="-285750">
              <a:lnSpc>
                <a:spcPct val="100000"/>
              </a:lnSpc>
              <a:spcBef>
                <a:spcPts val="1000"/>
              </a:spcBef>
              <a:buFont typeface="Arial" panose="020B0604020202020204" pitchFamily="34" charset="0"/>
              <a:buChar char="•"/>
              <a:defRPr sz="1800" spc="50" baseline="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a:xfrm>
            <a:off x="843986" y="6356350"/>
            <a:ext cx="4114800" cy="365125"/>
          </a:xfrm>
        </p:spPr>
        <p:txBody>
          <a:bodyPr/>
          <a:lstStyle>
            <a:lvl1pPr algn="l">
              <a:defRPr sz="900"/>
            </a:lvl1pPr>
          </a:lstStyle>
          <a:p>
            <a:r>
              <a:rPr lang="en-US" dirty="0"/>
              <a:t>PRESENTATION TITLE</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A49DFD55-3C28-40EF-9E31-A92D2E4017FF}" type="slidenum">
              <a:rPr lang="en-US" smtClean="0"/>
              <a:pPr/>
              <a:t>‹#›</a:t>
            </a:fld>
            <a:endParaRPr lang="en-US" dirty="0"/>
          </a:p>
        </p:txBody>
      </p:sp>
      <p:pic>
        <p:nvPicPr>
          <p:cNvPr id="13" name="Graphic 12">
            <a:extLst>
              <a:ext uri="{FF2B5EF4-FFF2-40B4-BE49-F238E27FC236}">
                <a16:creationId xmlns:a16="http://schemas.microsoft.com/office/drawing/2014/main" id="{E0588715-35AD-8BE1-A5FC-E28BDD3854A6}"/>
              </a:ext>
              <a:ext uri="{C183D7F6-B498-43B3-948B-1728B52AA6E4}">
                <adec:decorative xmlns:adec="http://schemas.microsoft.com/office/drawing/2017/decorative" val="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18645" t="319" r="28732" b="73496"/>
          <a:stretch/>
        </p:blipFill>
        <p:spPr>
          <a:xfrm rot="10800000" flipH="1">
            <a:off x="6308436" y="-11"/>
            <a:ext cx="5883564" cy="2366424"/>
          </a:xfrm>
          <a:prstGeom prst="rect">
            <a:avLst/>
          </a:prstGeom>
        </p:spPr>
      </p:pic>
    </p:spTree>
    <p:extLst>
      <p:ext uri="{BB962C8B-B14F-4D97-AF65-F5344CB8AC3E}">
        <p14:creationId xmlns:p14="http://schemas.microsoft.com/office/powerpoint/2010/main" val="24324519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Ref idx="1001">
        <a:schemeClr val="bg1"/>
      </p:bgRef>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544E9C70-0200-3C21-7766-CB9EA5FBFA88}"/>
              </a:ext>
              <a:ext uri="{C183D7F6-B498-43B3-948B-1728B52AA6E4}">
                <adec:decorative xmlns:adec="http://schemas.microsoft.com/office/drawing/2017/decorative" val="1"/>
              </a:ext>
            </a:extLst>
          </p:cNvPr>
          <p:cNvGrpSpPr/>
          <p:nvPr userDrawn="1"/>
        </p:nvGrpSpPr>
        <p:grpSpPr>
          <a:xfrm>
            <a:off x="0" y="0"/>
            <a:ext cx="2590800" cy="1027906"/>
            <a:chOff x="0" y="0"/>
            <a:chExt cx="2590800" cy="1027906"/>
          </a:xfrm>
        </p:grpSpPr>
        <p:cxnSp>
          <p:nvCxnSpPr>
            <p:cNvPr id="11" name="Straight Connector 10">
              <a:extLst>
                <a:ext uri="{FF2B5EF4-FFF2-40B4-BE49-F238E27FC236}">
                  <a16:creationId xmlns:a16="http://schemas.microsoft.com/office/drawing/2014/main" id="{1D5E4B16-2071-DEE9-BE53-F35AFBEFCA57}"/>
                </a:ext>
              </a:extLst>
            </p:cNvPr>
            <p:cNvCxnSpPr>
              <a:cxnSpLocks/>
            </p:cNvCxnSpPr>
            <p:nvPr userDrawn="1"/>
          </p:nvCxnSpPr>
          <p:spPr>
            <a:xfrm flipV="1">
              <a:off x="0" y="0"/>
              <a:ext cx="2590800" cy="762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1CB2B071-0355-D550-18A8-9D515CA16987}"/>
                </a:ext>
              </a:extLst>
            </p:cNvPr>
            <p:cNvCxnSpPr>
              <a:cxnSpLocks/>
            </p:cNvCxnSpPr>
            <p:nvPr userDrawn="1"/>
          </p:nvCxnSpPr>
          <p:spPr>
            <a:xfrm flipH="1">
              <a:off x="0" y="0"/>
              <a:ext cx="704850" cy="10279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a:xfrm>
            <a:off x="838200" y="353550"/>
            <a:ext cx="10515600" cy="1325563"/>
          </a:xfrm>
        </p:spPr>
        <p:txBody>
          <a:bodyPr anchor="b">
            <a:normAutofit/>
          </a:bodyPr>
          <a:lstStyle>
            <a:lvl1pPr algn="ctr">
              <a:defRPr lang="en-US" sz="2800" kern="1200" spc="150" baseline="0" dirty="0">
                <a:solidFill>
                  <a:schemeClr val="tx1"/>
                </a:solidFill>
                <a:latin typeface="+mj-lt"/>
                <a:ea typeface="+mj-ea"/>
                <a:cs typeface="+mj-cs"/>
              </a:defRPr>
            </a:lvl1pPr>
          </a:lstStyle>
          <a:p>
            <a:r>
              <a:rPr lang="en-US" dirty="0"/>
              <a:t>CLICK TO add title</a:t>
            </a:r>
          </a:p>
        </p:txBody>
      </p:sp>
      <p:sp>
        <p:nvSpPr>
          <p:cNvPr id="8" name="Table Placeholder 7">
            <a:extLst>
              <a:ext uri="{FF2B5EF4-FFF2-40B4-BE49-F238E27FC236}">
                <a16:creationId xmlns:a16="http://schemas.microsoft.com/office/drawing/2014/main" id="{C3975522-461E-4D79-B5B9-BF9471B54688}"/>
              </a:ext>
            </a:extLst>
          </p:cNvPr>
          <p:cNvSpPr>
            <a:spLocks noGrp="1"/>
          </p:cNvSpPr>
          <p:nvPr>
            <p:ph type="tbl" sz="quarter" idx="14"/>
          </p:nvPr>
        </p:nvSpPr>
        <p:spPr>
          <a:xfrm>
            <a:off x="838200" y="2111381"/>
            <a:ext cx="10515600" cy="3570963"/>
          </a:xfrm>
        </p:spPr>
        <p:txBody>
          <a:bodyPr>
            <a:normAutofit/>
          </a:bodyPr>
          <a:lstStyle>
            <a:lvl1pPr marL="0" indent="0" algn="ctr">
              <a:buNone/>
              <a:defRPr sz="2000"/>
            </a:lvl1pPr>
          </a:lstStyle>
          <a:p>
            <a:r>
              <a:rPr lang="en-US"/>
              <a:t>Click icon to add table</a:t>
            </a:r>
            <a:endParaRPr lang="en-US" dirty="0"/>
          </a:p>
        </p:txBody>
      </p:sp>
      <p:sp>
        <p:nvSpPr>
          <p:cNvPr id="6" name="Footer Placeholder 4">
            <a:extLst>
              <a:ext uri="{FF2B5EF4-FFF2-40B4-BE49-F238E27FC236}">
                <a16:creationId xmlns:a16="http://schemas.microsoft.com/office/drawing/2014/main" id="{BFB554B2-4C33-2975-9F27-94B8AE71DF13}"/>
              </a:ext>
            </a:extLst>
          </p:cNvPr>
          <p:cNvSpPr>
            <a:spLocks noGrp="1"/>
          </p:cNvSpPr>
          <p:nvPr>
            <p:ph type="ftr" sz="quarter" idx="11"/>
          </p:nvPr>
        </p:nvSpPr>
        <p:spPr>
          <a:xfrm>
            <a:off x="838200" y="6356349"/>
            <a:ext cx="3819228" cy="365125"/>
          </a:xfrm>
        </p:spPr>
        <p:txBody>
          <a:bodyPr/>
          <a:lstStyle>
            <a:lvl1pPr algn="l">
              <a:defRPr sz="900"/>
            </a:lvl1pPr>
          </a:lstStyle>
          <a:p>
            <a:r>
              <a:rPr lang="en-US" dirty="0"/>
              <a:t>PRESENTATION TITLE</a:t>
            </a:r>
          </a:p>
        </p:txBody>
      </p:sp>
      <p:sp>
        <p:nvSpPr>
          <p:cNvPr id="7" name="Slide Number Placeholder 5">
            <a:extLst>
              <a:ext uri="{FF2B5EF4-FFF2-40B4-BE49-F238E27FC236}">
                <a16:creationId xmlns:a16="http://schemas.microsoft.com/office/drawing/2014/main" id="{503C6776-E983-2BA3-1054-75996FE0FD22}"/>
              </a:ext>
            </a:extLst>
          </p:cNvPr>
          <p:cNvSpPr>
            <a:spLocks noGrp="1"/>
          </p:cNvSpPr>
          <p:nvPr>
            <p:ph type="sldNum" sz="quarter" idx="12"/>
          </p:nvPr>
        </p:nvSpPr>
        <p:spPr>
          <a:xfrm>
            <a:off x="10373350" y="6356349"/>
            <a:ext cx="987552"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3370680036"/>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600" spc="15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hasCustomPrompt="1"/>
          </p:nvPr>
        </p:nvSpPr>
        <p:spPr>
          <a:xfrm>
            <a:off x="4267200" y="3238103"/>
            <a:ext cx="4179570" cy="2850181"/>
          </a:xfrm>
        </p:spPr>
        <p:txBody>
          <a:bodyPr>
            <a:normAutofit/>
          </a:bodyPr>
          <a:lstStyle>
            <a:lvl1pPr marL="0" indent="0" algn="l">
              <a:lnSpc>
                <a:spcPct val="150000"/>
              </a:lnSpc>
              <a:buNone/>
              <a:defRPr sz="1800" spc="5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pic>
        <p:nvPicPr>
          <p:cNvPr id="6" name="Graphic 5">
            <a:extLst>
              <a:ext uri="{FF2B5EF4-FFF2-40B4-BE49-F238E27FC236}">
                <a16:creationId xmlns:a16="http://schemas.microsoft.com/office/drawing/2014/main" id="{ED3361C9-310A-4255-A94E-B77588962DA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3176938" cy="6858000"/>
          </a:xfrm>
          <a:prstGeom prst="rect">
            <a:avLst/>
          </a:prstGeom>
        </p:spPr>
      </p:pic>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4267200" y="6356350"/>
            <a:ext cx="4179570" cy="365125"/>
          </a:xfrm>
        </p:spPr>
        <p:txBody>
          <a:bodyPr/>
          <a:lstStyle>
            <a:lvl1pPr algn="l">
              <a:defRPr sz="900"/>
            </a:lvl1pPr>
          </a:lstStyle>
          <a:p>
            <a:r>
              <a:rPr lang="en-US" dirty="0"/>
              <a:t>PRESENTATION TITLE</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A49DFD55-3C28-40EF-9E31-A92D2E4017FF}" type="slidenum">
              <a:rPr lang="en-US" smtClean="0"/>
              <a:pPr/>
              <a:t>‹#›</a:t>
            </a:fld>
            <a:endParaRPr lang="en-US" dirty="0"/>
          </a:p>
        </p:txBody>
      </p:sp>
    </p:spTree>
    <p:extLst>
      <p:ext uri="{BB962C8B-B14F-4D97-AF65-F5344CB8AC3E}">
        <p14:creationId xmlns:p14="http://schemas.microsoft.com/office/powerpoint/2010/main" val="1291140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PRESENTATION TITLE</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9DFD55-3C28-40EF-9E31-A92D2E4017FF}" type="slidenum">
              <a:rPr lang="en-US" smtClean="0"/>
              <a:t>‹#›</a:t>
            </a:fld>
            <a:endParaRPr lang="en-US" dirty="0"/>
          </a:p>
        </p:txBody>
      </p:sp>
    </p:spTree>
    <p:extLst>
      <p:ext uri="{BB962C8B-B14F-4D97-AF65-F5344CB8AC3E}">
        <p14:creationId xmlns:p14="http://schemas.microsoft.com/office/powerpoint/2010/main" val="23190612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9" r:id="rId3"/>
    <p:sldLayoutId id="2147483670" r:id="rId4"/>
    <p:sldLayoutId id="2147483651" r:id="rId5"/>
    <p:sldLayoutId id="2147483671" r:id="rId6"/>
    <p:sldLayoutId id="2147483672" r:id="rId7"/>
    <p:sldLayoutId id="2147483673" r:id="rId8"/>
    <p:sldLayoutId id="2147483664" r:id="rId9"/>
    <p:sldLayoutId id="2147483674" r:id="rId10"/>
    <p:sldLayoutId id="2147483653" r:id="rId11"/>
    <p:sldLayoutId id="2147483667" r:id="rId12"/>
    <p:sldLayoutId id="2147483665" r:id="rId13"/>
  </p:sldLayoutIdLst>
  <p:hf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75451-6A4B-484B-9ED1-353CCE25B0F4}"/>
              </a:ext>
            </a:extLst>
          </p:cNvPr>
          <p:cNvSpPr>
            <a:spLocks noGrp="1"/>
          </p:cNvSpPr>
          <p:nvPr>
            <p:ph type="ctrTitle"/>
          </p:nvPr>
        </p:nvSpPr>
        <p:spPr>
          <a:xfrm>
            <a:off x="7089618" y="3044040"/>
            <a:ext cx="4941771" cy="3200400"/>
          </a:xfrm>
        </p:spPr>
        <p:txBody>
          <a:bodyPr anchor="ctr"/>
          <a:lstStyle/>
          <a:p>
            <a:r>
              <a:rPr lang="en-US" dirty="0">
                <a:solidFill>
                  <a:schemeClr val="accent3">
                    <a:lumMod val="50000"/>
                  </a:schemeClr>
                </a:solidFill>
              </a:rPr>
              <a:t>Milestone IV: Overview of Invoice Delay Analysis</a:t>
            </a:r>
          </a:p>
        </p:txBody>
      </p:sp>
    </p:spTree>
    <p:extLst>
      <p:ext uri="{BB962C8B-B14F-4D97-AF65-F5344CB8AC3E}">
        <p14:creationId xmlns:p14="http://schemas.microsoft.com/office/powerpoint/2010/main" val="2586058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32731C-311B-46F7-A865-6C3AF6B09A47}"/>
              </a:ext>
            </a:extLst>
          </p:cNvPr>
          <p:cNvSpPr>
            <a:spLocks noGrp="1"/>
          </p:cNvSpPr>
          <p:nvPr>
            <p:ph type="title"/>
          </p:nvPr>
        </p:nvSpPr>
        <p:spPr>
          <a:xfrm>
            <a:off x="1322318" y="268360"/>
            <a:ext cx="7288282" cy="2121177"/>
          </a:xfrm>
        </p:spPr>
        <p:txBody>
          <a:bodyPr/>
          <a:lstStyle/>
          <a:p>
            <a:r>
              <a:rPr lang="en-US" dirty="0">
                <a:solidFill>
                  <a:schemeClr val="accent3">
                    <a:lumMod val="50000"/>
                  </a:schemeClr>
                </a:solidFill>
              </a:rPr>
              <a:t>The problem</a:t>
            </a:r>
          </a:p>
        </p:txBody>
      </p:sp>
      <p:sp>
        <p:nvSpPr>
          <p:cNvPr id="3" name="Text Placeholder 2">
            <a:extLst>
              <a:ext uri="{FF2B5EF4-FFF2-40B4-BE49-F238E27FC236}">
                <a16:creationId xmlns:a16="http://schemas.microsoft.com/office/drawing/2014/main" id="{9D5232F9-FD00-464A-9F17-619C91AEF8F3}"/>
              </a:ext>
            </a:extLst>
          </p:cNvPr>
          <p:cNvSpPr>
            <a:spLocks noGrp="1"/>
          </p:cNvSpPr>
          <p:nvPr>
            <p:ph sz="half" idx="2"/>
          </p:nvPr>
        </p:nvSpPr>
        <p:spPr>
          <a:xfrm>
            <a:off x="1322388" y="2763078"/>
            <a:ext cx="7288212" cy="3407051"/>
          </a:xfrm>
        </p:spPr>
        <p:txBody>
          <a:bodyPr>
            <a:normAutofit/>
          </a:bodyPr>
          <a:lstStyle/>
          <a:p>
            <a:r>
              <a:rPr lang="en-US" dirty="0"/>
              <a:t>Budgeting for transportation costs is challenging</a:t>
            </a:r>
          </a:p>
          <a:p>
            <a:pPr lvl="1"/>
            <a:r>
              <a:rPr lang="en-US" dirty="0"/>
              <a:t>Different divisions within the company are arranging shipments with various carriers for different transportation modes (Disorganized process)</a:t>
            </a:r>
          </a:p>
          <a:p>
            <a:pPr lvl="1"/>
            <a:r>
              <a:rPr lang="en-US" dirty="0"/>
              <a:t>Invoices from those carriers are delayed which leaves a gap in actual shipping costs records (Delayed costs)</a:t>
            </a:r>
          </a:p>
          <a:p>
            <a:pPr lvl="1"/>
            <a:r>
              <a:rPr lang="en-US" dirty="0"/>
              <a:t>The length of time between shipment and invoice receipt is variable so it is unclear when the costs in a time period are complete and when more invoices are still coming (Confusion)</a:t>
            </a:r>
          </a:p>
        </p:txBody>
      </p:sp>
      <p:sp>
        <p:nvSpPr>
          <p:cNvPr id="14" name="Slide Number Placeholder 5">
            <a:extLst>
              <a:ext uri="{FF2B5EF4-FFF2-40B4-BE49-F238E27FC236}">
                <a16:creationId xmlns:a16="http://schemas.microsoft.com/office/drawing/2014/main" id="{ECE635A2-70B8-3EAB-6A18-952B02EBAA1E}"/>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2</a:t>
            </a:fld>
            <a:endParaRPr lang="en-US" dirty="0"/>
          </a:p>
        </p:txBody>
      </p:sp>
    </p:spTree>
    <p:extLst>
      <p:ext uri="{BB962C8B-B14F-4D97-AF65-F5344CB8AC3E}">
        <p14:creationId xmlns:p14="http://schemas.microsoft.com/office/powerpoint/2010/main" val="3571516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10000"/>
          </a:schemeClr>
        </a:solidFill>
        <a:effectLst/>
      </p:bgPr>
    </p:bg>
    <p:spTree>
      <p:nvGrpSpPr>
        <p:cNvPr id="1" name="">
          <a:extLst>
            <a:ext uri="{FF2B5EF4-FFF2-40B4-BE49-F238E27FC236}">
              <a16:creationId xmlns:a16="http://schemas.microsoft.com/office/drawing/2014/main" id="{3DFBEF07-FF9F-9791-4414-A4959D70A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66CC6F-447F-6848-2566-2ED9F357712B}"/>
              </a:ext>
            </a:extLst>
          </p:cNvPr>
          <p:cNvSpPr>
            <a:spLocks noGrp="1"/>
          </p:cNvSpPr>
          <p:nvPr>
            <p:ph type="title"/>
          </p:nvPr>
        </p:nvSpPr>
        <p:spPr>
          <a:xfrm>
            <a:off x="1322318" y="268360"/>
            <a:ext cx="7288282" cy="2121177"/>
          </a:xfrm>
        </p:spPr>
        <p:txBody>
          <a:bodyPr/>
          <a:lstStyle/>
          <a:p>
            <a:r>
              <a:rPr lang="en-US" dirty="0">
                <a:solidFill>
                  <a:schemeClr val="accent3">
                    <a:lumMod val="50000"/>
                  </a:schemeClr>
                </a:solidFill>
              </a:rPr>
              <a:t>My proposal</a:t>
            </a:r>
          </a:p>
        </p:txBody>
      </p:sp>
      <p:sp>
        <p:nvSpPr>
          <p:cNvPr id="3" name="Text Placeholder 2">
            <a:extLst>
              <a:ext uri="{FF2B5EF4-FFF2-40B4-BE49-F238E27FC236}">
                <a16:creationId xmlns:a16="http://schemas.microsoft.com/office/drawing/2014/main" id="{13D5939E-2878-BA3A-0993-F1706A300FC6}"/>
              </a:ext>
            </a:extLst>
          </p:cNvPr>
          <p:cNvSpPr>
            <a:spLocks noGrp="1"/>
          </p:cNvSpPr>
          <p:nvPr>
            <p:ph sz="half" idx="2"/>
          </p:nvPr>
        </p:nvSpPr>
        <p:spPr>
          <a:xfrm>
            <a:off x="1322318" y="2764938"/>
            <a:ext cx="7288282" cy="3407051"/>
          </a:xfrm>
        </p:spPr>
        <p:txBody>
          <a:bodyPr>
            <a:normAutofit lnSpcReduction="10000"/>
          </a:bodyPr>
          <a:lstStyle/>
          <a:p>
            <a:r>
              <a:rPr lang="en-US" dirty="0"/>
              <a:t>Consolidate to FedEx for all transportation</a:t>
            </a:r>
          </a:p>
          <a:p>
            <a:pPr lvl="1"/>
            <a:r>
              <a:rPr lang="en-US" dirty="0"/>
              <a:t>FedEx handles all types of shipments from small parcels to full containers</a:t>
            </a:r>
          </a:p>
          <a:p>
            <a:pPr lvl="1"/>
            <a:r>
              <a:rPr lang="en-US" dirty="0"/>
              <a:t>Consistent processes and paperwork for all </a:t>
            </a:r>
            <a:r>
              <a:rPr lang="en-US"/>
              <a:t>shipments by type </a:t>
            </a:r>
            <a:r>
              <a:rPr lang="en-US" dirty="0"/>
              <a:t>(Disorganized process -&gt; Organized process)</a:t>
            </a:r>
          </a:p>
          <a:p>
            <a:pPr lvl="1"/>
            <a:r>
              <a:rPr lang="en-US" dirty="0"/>
              <a:t>Creates a single source of all shipping information including cost estimates which are close enough for budgeting              (Delayed costs - &gt; Immediate estimates)</a:t>
            </a:r>
          </a:p>
          <a:p>
            <a:pPr lvl="1"/>
            <a:r>
              <a:rPr lang="en-US" dirty="0"/>
              <a:t>FedEx data pulled into database could be used for other analysis, dashboards, etc.                                              (Confusion -&gt; Increased awareness)</a:t>
            </a:r>
          </a:p>
          <a:p>
            <a:pPr lvl="1"/>
            <a:endParaRPr lang="en-US" dirty="0"/>
          </a:p>
        </p:txBody>
      </p:sp>
      <p:sp>
        <p:nvSpPr>
          <p:cNvPr id="14" name="Slide Number Placeholder 5">
            <a:extLst>
              <a:ext uri="{FF2B5EF4-FFF2-40B4-BE49-F238E27FC236}">
                <a16:creationId xmlns:a16="http://schemas.microsoft.com/office/drawing/2014/main" id="{B2383720-440B-8461-9955-3255A12E41C7}"/>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3</a:t>
            </a:fld>
            <a:endParaRPr lang="en-US" dirty="0"/>
          </a:p>
        </p:txBody>
      </p:sp>
    </p:spTree>
    <p:extLst>
      <p:ext uri="{BB962C8B-B14F-4D97-AF65-F5344CB8AC3E}">
        <p14:creationId xmlns:p14="http://schemas.microsoft.com/office/powerpoint/2010/main" val="2686190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chemeClr val="accent4">
            <a:lumMod val="60000"/>
            <a:lumOff val="40000"/>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093D6-D4E0-A1A3-A927-3C6A013B5F54}"/>
              </a:ext>
            </a:extLst>
          </p:cNvPr>
          <p:cNvSpPr>
            <a:spLocks noGrp="1"/>
          </p:cNvSpPr>
          <p:nvPr>
            <p:ph type="title"/>
          </p:nvPr>
        </p:nvSpPr>
        <p:spPr/>
        <p:txBody>
          <a:bodyPr/>
          <a:lstStyle/>
          <a:p>
            <a:r>
              <a:rPr lang="en-US" dirty="0">
                <a:solidFill>
                  <a:schemeClr val="accent3">
                    <a:lumMod val="50000"/>
                  </a:schemeClr>
                </a:solidFill>
              </a:rPr>
              <a:t>Unfortunately</a:t>
            </a:r>
            <a:r>
              <a:rPr lang="en-US" dirty="0"/>
              <a:t>…</a:t>
            </a:r>
          </a:p>
        </p:txBody>
      </p:sp>
      <p:sp>
        <p:nvSpPr>
          <p:cNvPr id="3" name="Content Placeholder 2">
            <a:extLst>
              <a:ext uri="{FF2B5EF4-FFF2-40B4-BE49-F238E27FC236}">
                <a16:creationId xmlns:a16="http://schemas.microsoft.com/office/drawing/2014/main" id="{3ECF8A88-140D-99EF-5582-0866C78CD6C4}"/>
              </a:ext>
            </a:extLst>
          </p:cNvPr>
          <p:cNvSpPr>
            <a:spLocks noGrp="1"/>
          </p:cNvSpPr>
          <p:nvPr>
            <p:ph sz="half" idx="2"/>
          </p:nvPr>
        </p:nvSpPr>
        <p:spPr/>
        <p:txBody>
          <a:bodyPr/>
          <a:lstStyle/>
          <a:p>
            <a:r>
              <a:rPr lang="en-US" dirty="0"/>
              <a:t>The company wasn’t interested in my recommendation and would prefer to use their incomplete historical records to forecast future transportation costs. They can then take this forecast into consideration when budgeting.</a:t>
            </a:r>
          </a:p>
        </p:txBody>
      </p:sp>
      <p:sp>
        <p:nvSpPr>
          <p:cNvPr id="4" name="Slide Number Placeholder 3">
            <a:extLst>
              <a:ext uri="{FF2B5EF4-FFF2-40B4-BE49-F238E27FC236}">
                <a16:creationId xmlns:a16="http://schemas.microsoft.com/office/drawing/2014/main" id="{CFD75D17-429F-5EC2-03F7-8453219826A5}"/>
              </a:ext>
            </a:extLst>
          </p:cNvPr>
          <p:cNvSpPr>
            <a:spLocks noGrp="1"/>
          </p:cNvSpPr>
          <p:nvPr>
            <p:ph type="sldNum" sz="quarter" idx="12"/>
          </p:nvPr>
        </p:nvSpPr>
        <p:spPr/>
        <p:txBody>
          <a:bodyPr/>
          <a:lstStyle/>
          <a:p>
            <a:fld id="{A49DFD55-3C28-40EF-9E31-A92D2E4017FF}" type="slidenum">
              <a:rPr lang="en-US" smtClean="0"/>
              <a:pPr/>
              <a:t>4</a:t>
            </a:fld>
            <a:endParaRPr lang="en-US" dirty="0"/>
          </a:p>
        </p:txBody>
      </p:sp>
    </p:spTree>
    <p:extLst>
      <p:ext uri="{BB962C8B-B14F-4D97-AF65-F5344CB8AC3E}">
        <p14:creationId xmlns:p14="http://schemas.microsoft.com/office/powerpoint/2010/main" val="798612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4">
            <a:lumMod val="60000"/>
            <a:lumOff val="40000"/>
            <a:alpha val="1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2E6A-35EC-1B8E-0FD7-8C67870ACA64}"/>
              </a:ext>
            </a:extLst>
          </p:cNvPr>
          <p:cNvSpPr>
            <a:spLocks noGrp="1"/>
          </p:cNvSpPr>
          <p:nvPr>
            <p:ph type="title"/>
          </p:nvPr>
        </p:nvSpPr>
        <p:spPr>
          <a:xfrm>
            <a:off x="2933700" y="568961"/>
            <a:ext cx="8420100" cy="1780860"/>
          </a:xfrm>
        </p:spPr>
        <p:txBody>
          <a:bodyPr/>
          <a:lstStyle/>
          <a:p>
            <a:r>
              <a:rPr lang="en-US" dirty="0">
                <a:solidFill>
                  <a:schemeClr val="accent3">
                    <a:lumMod val="50000"/>
                  </a:schemeClr>
                </a:solidFill>
              </a:rPr>
              <a:t>The process</a:t>
            </a:r>
          </a:p>
        </p:txBody>
      </p:sp>
      <p:sp>
        <p:nvSpPr>
          <p:cNvPr id="12" name="Text Placeholder 11">
            <a:extLst>
              <a:ext uri="{FF2B5EF4-FFF2-40B4-BE49-F238E27FC236}">
                <a16:creationId xmlns:a16="http://schemas.microsoft.com/office/drawing/2014/main" id="{554B61B9-26F6-B304-92CD-03053DAAF2A8}"/>
              </a:ext>
            </a:extLst>
          </p:cNvPr>
          <p:cNvSpPr>
            <a:spLocks noGrp="1"/>
          </p:cNvSpPr>
          <p:nvPr>
            <p:ph type="body" idx="1"/>
          </p:nvPr>
        </p:nvSpPr>
        <p:spPr>
          <a:xfrm>
            <a:off x="2933700" y="2797255"/>
            <a:ext cx="5734050" cy="464499"/>
          </a:xfrm>
        </p:spPr>
        <p:txBody>
          <a:bodyPr>
            <a:noAutofit/>
          </a:bodyPr>
          <a:lstStyle/>
          <a:p>
            <a:r>
              <a:rPr lang="en-US" dirty="0"/>
              <a:t>Using Past Invoice Data to Forecast Future Expenses</a:t>
            </a:r>
          </a:p>
        </p:txBody>
      </p:sp>
      <p:sp>
        <p:nvSpPr>
          <p:cNvPr id="35" name="Content Placeholder 34">
            <a:extLst>
              <a:ext uri="{FF2B5EF4-FFF2-40B4-BE49-F238E27FC236}">
                <a16:creationId xmlns:a16="http://schemas.microsoft.com/office/drawing/2014/main" id="{EDBE6233-75E9-40D1-968F-58CA9AD0FF50}"/>
              </a:ext>
            </a:extLst>
          </p:cNvPr>
          <p:cNvSpPr>
            <a:spLocks noGrp="1"/>
          </p:cNvSpPr>
          <p:nvPr>
            <p:ph sz="half" idx="13"/>
          </p:nvPr>
        </p:nvSpPr>
        <p:spPr>
          <a:xfrm>
            <a:off x="2933700" y="3251595"/>
            <a:ext cx="8696325" cy="3387329"/>
          </a:xfrm>
        </p:spPr>
        <p:txBody>
          <a:bodyPr>
            <a:normAutofit/>
          </a:bodyPr>
          <a:lstStyle/>
          <a:p>
            <a:r>
              <a:rPr lang="en-US" dirty="0"/>
              <a:t>The company has provided 3 years of invoices to analyze</a:t>
            </a:r>
          </a:p>
          <a:p>
            <a:pPr lvl="1"/>
            <a:r>
              <a:rPr lang="en-US" dirty="0"/>
              <a:t>Clean and explore the data using python (pandas, </a:t>
            </a:r>
            <a:r>
              <a:rPr lang="en-US" dirty="0" err="1"/>
              <a:t>numpy</a:t>
            </a:r>
            <a:r>
              <a:rPr lang="en-US" dirty="0"/>
              <a:t>)</a:t>
            </a:r>
          </a:p>
          <a:p>
            <a:pPr lvl="1"/>
            <a:r>
              <a:rPr lang="en-US" dirty="0"/>
              <a:t>Use visualizations in python to find insights (</a:t>
            </a:r>
            <a:r>
              <a:rPr lang="en-US" dirty="0" err="1"/>
              <a:t>plotnine</a:t>
            </a:r>
            <a:r>
              <a:rPr lang="en-US" dirty="0"/>
              <a:t>)</a:t>
            </a:r>
          </a:p>
          <a:p>
            <a:pPr lvl="1"/>
            <a:r>
              <a:rPr lang="en-US" dirty="0"/>
              <a:t>Create interactive dashboard with forecast (Power BI)</a:t>
            </a:r>
          </a:p>
          <a:p>
            <a:endParaRPr lang="en-US" dirty="0"/>
          </a:p>
        </p:txBody>
      </p:sp>
      <p:sp>
        <p:nvSpPr>
          <p:cNvPr id="8" name="Slide Number Placeholder 7">
            <a:extLst>
              <a:ext uri="{FF2B5EF4-FFF2-40B4-BE49-F238E27FC236}">
                <a16:creationId xmlns:a16="http://schemas.microsoft.com/office/drawing/2014/main" id="{8F44A959-C2BB-9170-C99C-1A2EDB71B994}"/>
              </a:ext>
            </a:extLst>
          </p:cNvPr>
          <p:cNvSpPr>
            <a:spLocks noGrp="1"/>
          </p:cNvSpPr>
          <p:nvPr>
            <p:ph type="sldNum" sz="quarter" idx="12"/>
          </p:nvPr>
        </p:nvSpPr>
        <p:spPr>
          <a:xfrm>
            <a:off x="10373350" y="6356349"/>
            <a:ext cx="987552" cy="365125"/>
          </a:xfrm>
        </p:spPr>
        <p:txBody>
          <a:bodyPr/>
          <a:lstStyle/>
          <a:p>
            <a:fld id="{A49DFD55-3C28-40EF-9E31-A92D2E4017FF}" type="slidenum">
              <a:rPr lang="en-US" smtClean="0"/>
              <a:pPr/>
              <a:t>5</a:t>
            </a:fld>
            <a:endParaRPr lang="en-US" dirty="0"/>
          </a:p>
        </p:txBody>
      </p:sp>
    </p:spTree>
    <p:extLst>
      <p:ext uri="{BB962C8B-B14F-4D97-AF65-F5344CB8AC3E}">
        <p14:creationId xmlns:p14="http://schemas.microsoft.com/office/powerpoint/2010/main" val="103458723"/>
      </p:ext>
    </p:extLst>
  </p:cSld>
  <p:clrMapOvr>
    <a:masterClrMapping/>
  </p:clrMapOvr>
</p:sld>
</file>

<file path=ppt/theme/theme1.xml><?xml version="1.0" encoding="utf-8"?>
<a:theme xmlns:a="http://schemas.openxmlformats.org/drawingml/2006/main" name="Custom">
  <a:themeElements>
    <a:clrScheme name="Custom 149">
      <a:dk1>
        <a:sysClr val="windowText" lastClr="000000"/>
      </a:dk1>
      <a:lt1>
        <a:sysClr val="window" lastClr="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stom" id="{F85C13B5-8B75-4CB8-BA5E-9CAC0747196D}" vid="{617487EE-AB70-4C55-8A81-E6744CC4A2C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EDE3176-A15D-46A3-BDDB-64A0D736322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9168DCE-134F-4610-A6AA-88CEBE8D71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CABF691C-888B-4061-8A6F-D5CE84A0254B}">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{A8434DAA-0122-48B6-9872-77678EABCD0D}TF7521aafa-c748-4c40-a498-ba511be234dc5b1b6097_win32-5039330bb2f3</Template>
  <TotalTime>736</TotalTime>
  <Words>265</Words>
  <Application>Microsoft Office PowerPoint</Application>
  <PresentationFormat>Widescreen</PresentationFormat>
  <Paragraphs>28</Paragraphs>
  <Slides>5</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Tenorite</vt:lpstr>
      <vt:lpstr>Custom</vt:lpstr>
      <vt:lpstr>Milestone IV: Overview of Invoice Delay Analysis</vt:lpstr>
      <vt:lpstr>The problem</vt:lpstr>
      <vt:lpstr>My proposal</vt:lpstr>
      <vt:lpstr>Unfortunately…</vt:lpstr>
      <vt:lpstr>The process</vt:lpstr>
    </vt:vector>
  </TitlesOfParts>
  <Company>Cal State University San Marcos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David Gibbs</dc:creator>
  <cp:lastModifiedBy>David Gibbs</cp:lastModifiedBy>
  <cp:revision>1</cp:revision>
  <dcterms:created xsi:type="dcterms:W3CDTF">2025-12-09T19:48:45Z</dcterms:created>
  <dcterms:modified xsi:type="dcterms:W3CDTF">2025-12-10T08:05:38Z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